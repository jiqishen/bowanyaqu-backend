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3" r:id="rId3"/>
    <p:sldId id="285" r:id="rId4"/>
    <p:sldId id="286" r:id="rId5"/>
    <p:sldId id="267" r:id="rId6"/>
    <p:sldId id="312" r:id="rId7"/>
    <p:sldId id="313" r:id="rId8"/>
    <p:sldId id="282" r:id="rId9"/>
    <p:sldId id="314" r:id="rId10"/>
    <p:sldId id="315" r:id="rId11"/>
    <p:sldId id="317" r:id="rId12"/>
    <p:sldId id="318" r:id="rId13"/>
    <p:sldId id="259" r:id="rId14"/>
    <p:sldId id="316" r:id="rId15"/>
    <p:sldId id="284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435" userDrawn="1">
          <p15:clr>
            <a:srgbClr val="A4A3A4"/>
          </p15:clr>
        </p15:guide>
        <p15:guide id="3" pos="72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4243"/>
    <a:srgbClr val="AB1E21"/>
    <a:srgbClr val="308ACA"/>
    <a:srgbClr val="EEF0EF"/>
    <a:srgbClr val="E6E6E6"/>
    <a:srgbClr val="C42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3320" autoAdjust="0"/>
  </p:normalViewPr>
  <p:slideViewPr>
    <p:cSldViewPr snapToGrid="0" showGuides="1">
      <p:cViewPr varScale="1">
        <p:scale>
          <a:sx n="66" d="100"/>
          <a:sy n="66" d="100"/>
        </p:scale>
        <p:origin x="96" y="462"/>
      </p:cViewPr>
      <p:guideLst>
        <p:guide orient="horz" pos="2047"/>
        <p:guide pos="435"/>
        <p:guide pos="72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49E12-936C-4168-A750-6B81F73359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F934A-2A99-4710-800F-F319DDB5C6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5CE6B-FF6A-471E-9C4A-73362186D6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22F73-3844-4250-B3F7-C596D703A3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/>
          <p:cNvSpPr/>
          <p:nvPr/>
        </p:nvSpPr>
        <p:spPr>
          <a:xfrm>
            <a:off x="10761323" y="1202532"/>
            <a:ext cx="389278" cy="38927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826799" y="2753052"/>
            <a:ext cx="6538402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软件工程</a:t>
            </a:r>
            <a:r>
              <a:rPr lang="zh-CN" alt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实践报告</a:t>
            </a:r>
            <a:endParaRPr lang="zh-CN" altLang="en-US" sz="60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2694741" y="3233939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501709" y="3286582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311862" y="3222590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595972" y="3275233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344523" y="817902"/>
            <a:ext cx="356620" cy="3566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646350" y="5476986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10333151" y="3059454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2190637" y="1558131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7"/>
          <p:cNvSpPr/>
          <p:nvPr/>
        </p:nvSpPr>
        <p:spPr>
          <a:xfrm rot="2001767">
            <a:off x="10705817" y="1962311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9"/>
          <p:cNvSpPr/>
          <p:nvPr/>
        </p:nvSpPr>
        <p:spPr>
          <a:xfrm rot="2001767">
            <a:off x="8342563" y="399356"/>
            <a:ext cx="471236" cy="474114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1610375"/>
            <a:ext cx="3144268" cy="928079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 flipH="1">
            <a:off x="4730289" y="5347245"/>
            <a:ext cx="5242162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汇报人：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冯烁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郭若冰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蒋穆清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程逸洲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张彦钦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艾颖辰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施贝明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江惠珍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sp>
        <p:nvSpPr>
          <p:cNvPr id="21" name="任意多边形: 形状 2"/>
          <p:cNvSpPr/>
          <p:nvPr/>
        </p:nvSpPr>
        <p:spPr>
          <a:xfrm>
            <a:off x="-1422399" y="4104616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3"/>
          <p:cNvSpPr/>
          <p:nvPr/>
        </p:nvSpPr>
        <p:spPr>
          <a:xfrm>
            <a:off x="-3047999" y="4133645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-871877" y="2044360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785251" y="4148461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7843" y="2874211"/>
            <a:ext cx="954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第一章</a:t>
            </a:r>
            <a:endParaRPr lang="zh-CN" altLang="en-US" spc="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" name="任意多边形: 形状 120"/>
          <p:cNvSpPr/>
          <p:nvPr/>
        </p:nvSpPr>
        <p:spPr>
          <a:xfrm rot="2001767">
            <a:off x="9105615" y="1066962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122"/>
          <p:cNvSpPr/>
          <p:nvPr/>
        </p:nvSpPr>
        <p:spPr>
          <a:xfrm>
            <a:off x="-2470562" y="3071153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24"/>
          <p:cNvSpPr/>
          <p:nvPr/>
        </p:nvSpPr>
        <p:spPr>
          <a:xfrm>
            <a:off x="-4096162" y="3100182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128186" y="337581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185"/>
          <p:cNvSpPr/>
          <p:nvPr/>
        </p:nvSpPr>
        <p:spPr>
          <a:xfrm>
            <a:off x="3805093" y="1"/>
            <a:ext cx="3968423" cy="1933574"/>
          </a:xfrm>
          <a:custGeom>
            <a:avLst/>
            <a:gdLst>
              <a:gd name="connsiteX0" fmla="*/ 0 w 3968423"/>
              <a:gd name="connsiteY0" fmla="*/ 0 h 1933574"/>
              <a:gd name="connsiteX1" fmla="*/ 3968423 w 3968423"/>
              <a:gd name="connsiteY1" fmla="*/ 0 h 1933574"/>
              <a:gd name="connsiteX2" fmla="*/ 3946431 w 3968423"/>
              <a:gd name="connsiteY2" fmla="*/ 161996 h 1933574"/>
              <a:gd name="connsiteX3" fmla="*/ 1984212 w 3968423"/>
              <a:gd name="connsiteY3" fmla="*/ 1933574 h 1933574"/>
              <a:gd name="connsiteX4" fmla="*/ 21992 w 3968423"/>
              <a:gd name="connsiteY4" fmla="*/ 161996 h 1933574"/>
              <a:gd name="connsiteX0-1" fmla="*/ 0 w 3968423"/>
              <a:gd name="connsiteY0-2" fmla="*/ 19051 h 1952625"/>
              <a:gd name="connsiteX1-3" fmla="*/ 304945 w 3968423"/>
              <a:gd name="connsiteY1-4" fmla="*/ 0 h 1952625"/>
              <a:gd name="connsiteX2-5" fmla="*/ 3968423 w 3968423"/>
              <a:gd name="connsiteY2-6" fmla="*/ 19051 h 1952625"/>
              <a:gd name="connsiteX3-7" fmla="*/ 3946431 w 3968423"/>
              <a:gd name="connsiteY3-8" fmla="*/ 181047 h 1952625"/>
              <a:gd name="connsiteX4-9" fmla="*/ 1984212 w 3968423"/>
              <a:gd name="connsiteY4-10" fmla="*/ 1952625 h 1952625"/>
              <a:gd name="connsiteX5" fmla="*/ 21992 w 3968423"/>
              <a:gd name="connsiteY5" fmla="*/ 181047 h 1952625"/>
              <a:gd name="connsiteX6" fmla="*/ 0 w 3968423"/>
              <a:gd name="connsiteY6" fmla="*/ 19051 h 1952625"/>
              <a:gd name="connsiteX0-11" fmla="*/ 0 w 3968423"/>
              <a:gd name="connsiteY0-12" fmla="*/ 0 h 1933574"/>
              <a:gd name="connsiteX1-13" fmla="*/ 3968423 w 3968423"/>
              <a:gd name="connsiteY1-14" fmla="*/ 0 h 1933574"/>
              <a:gd name="connsiteX2-15" fmla="*/ 3946431 w 3968423"/>
              <a:gd name="connsiteY2-16" fmla="*/ 161996 h 1933574"/>
              <a:gd name="connsiteX3-17" fmla="*/ 1984212 w 3968423"/>
              <a:gd name="connsiteY3-18" fmla="*/ 1933574 h 1933574"/>
              <a:gd name="connsiteX4-19" fmla="*/ 21992 w 3968423"/>
              <a:gd name="connsiteY4-20" fmla="*/ 161996 h 1933574"/>
              <a:gd name="connsiteX5-21" fmla="*/ 0 w 3968423"/>
              <a:gd name="connsiteY5-22" fmla="*/ 0 h 1933574"/>
              <a:gd name="connsiteX0-23" fmla="*/ 0 w 3968423"/>
              <a:gd name="connsiteY0-24" fmla="*/ 14289 h 1947863"/>
              <a:gd name="connsiteX1-25" fmla="*/ 328757 w 3968423"/>
              <a:gd name="connsiteY1-26" fmla="*/ 0 h 1947863"/>
              <a:gd name="connsiteX2-27" fmla="*/ 3968423 w 3968423"/>
              <a:gd name="connsiteY2-28" fmla="*/ 14289 h 1947863"/>
              <a:gd name="connsiteX3-29" fmla="*/ 3946431 w 3968423"/>
              <a:gd name="connsiteY3-30" fmla="*/ 176285 h 1947863"/>
              <a:gd name="connsiteX4-31" fmla="*/ 1984212 w 3968423"/>
              <a:gd name="connsiteY4-32" fmla="*/ 1947863 h 1947863"/>
              <a:gd name="connsiteX5-33" fmla="*/ 21992 w 3968423"/>
              <a:gd name="connsiteY5-34" fmla="*/ 176285 h 1947863"/>
              <a:gd name="connsiteX6-35" fmla="*/ 0 w 3968423"/>
              <a:gd name="connsiteY6-36" fmla="*/ 14289 h 1947863"/>
              <a:gd name="connsiteX0-37" fmla="*/ 328757 w 3968423"/>
              <a:gd name="connsiteY0-38" fmla="*/ 0 h 1947863"/>
              <a:gd name="connsiteX1-39" fmla="*/ 3968423 w 3968423"/>
              <a:gd name="connsiteY1-40" fmla="*/ 14289 h 1947863"/>
              <a:gd name="connsiteX2-41" fmla="*/ 3946431 w 3968423"/>
              <a:gd name="connsiteY2-42" fmla="*/ 176285 h 1947863"/>
              <a:gd name="connsiteX3-43" fmla="*/ 1984212 w 3968423"/>
              <a:gd name="connsiteY3-44" fmla="*/ 1947863 h 1947863"/>
              <a:gd name="connsiteX4-45" fmla="*/ 21992 w 3968423"/>
              <a:gd name="connsiteY4-46" fmla="*/ 176285 h 1947863"/>
              <a:gd name="connsiteX5-47" fmla="*/ 0 w 3968423"/>
              <a:gd name="connsiteY5-48" fmla="*/ 14289 h 1947863"/>
              <a:gd name="connsiteX6-49" fmla="*/ 420197 w 3968423"/>
              <a:gd name="connsiteY6-50" fmla="*/ 91440 h 1947863"/>
              <a:gd name="connsiteX0-51" fmla="*/ 328757 w 3968423"/>
              <a:gd name="connsiteY0-52" fmla="*/ 0 h 1947863"/>
              <a:gd name="connsiteX1-53" fmla="*/ 3968423 w 3968423"/>
              <a:gd name="connsiteY1-54" fmla="*/ 14289 h 1947863"/>
              <a:gd name="connsiteX2-55" fmla="*/ 3946431 w 3968423"/>
              <a:gd name="connsiteY2-56" fmla="*/ 176285 h 1947863"/>
              <a:gd name="connsiteX3-57" fmla="*/ 1984212 w 3968423"/>
              <a:gd name="connsiteY3-58" fmla="*/ 1947863 h 1947863"/>
              <a:gd name="connsiteX4-59" fmla="*/ 21992 w 3968423"/>
              <a:gd name="connsiteY4-60" fmla="*/ 176285 h 1947863"/>
              <a:gd name="connsiteX5-61" fmla="*/ 0 w 3968423"/>
              <a:gd name="connsiteY5-62" fmla="*/ 14289 h 1947863"/>
              <a:gd name="connsiteX0-63" fmla="*/ 3968423 w 3968423"/>
              <a:gd name="connsiteY0-64" fmla="*/ 0 h 1933574"/>
              <a:gd name="connsiteX1-65" fmla="*/ 3946431 w 3968423"/>
              <a:gd name="connsiteY1-66" fmla="*/ 161996 h 1933574"/>
              <a:gd name="connsiteX2-67" fmla="*/ 1984212 w 3968423"/>
              <a:gd name="connsiteY2-68" fmla="*/ 1933574 h 1933574"/>
              <a:gd name="connsiteX3-69" fmla="*/ 21992 w 3968423"/>
              <a:gd name="connsiteY3-70" fmla="*/ 161996 h 1933574"/>
              <a:gd name="connsiteX4-71" fmla="*/ 0 w 3968423"/>
              <a:gd name="connsiteY4-72" fmla="*/ 0 h 19335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968423" h="1933574">
                <a:moveTo>
                  <a:pt x="3968423" y="0"/>
                </a:moveTo>
                <a:lnTo>
                  <a:pt x="3946431" y="161996"/>
                </a:lnTo>
                <a:cubicBezTo>
                  <a:pt x="3764638" y="1172055"/>
                  <a:pt x="2955217" y="1933574"/>
                  <a:pt x="1984212" y="1933574"/>
                </a:cubicBezTo>
                <a:cubicBezTo>
                  <a:pt x="1013203" y="1933574"/>
                  <a:pt x="203783" y="1172055"/>
                  <a:pt x="21992" y="161996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186"/>
          <p:cNvSpPr/>
          <p:nvPr/>
        </p:nvSpPr>
        <p:spPr>
          <a:xfrm>
            <a:off x="4414949" y="1"/>
            <a:ext cx="3901235" cy="1719263"/>
          </a:xfrm>
          <a:custGeom>
            <a:avLst/>
            <a:gdLst>
              <a:gd name="connsiteX0" fmla="*/ 0 w 3901235"/>
              <a:gd name="connsiteY0" fmla="*/ 0 h 1719263"/>
              <a:gd name="connsiteX1" fmla="*/ 3901235 w 3901235"/>
              <a:gd name="connsiteY1" fmla="*/ 0 h 1719263"/>
              <a:gd name="connsiteX2" fmla="*/ 3871510 w 3901235"/>
              <a:gd name="connsiteY2" fmla="*/ 134033 h 1719263"/>
              <a:gd name="connsiteX3" fmla="*/ 1950618 w 3901235"/>
              <a:gd name="connsiteY3" fmla="*/ 1719263 h 1719263"/>
              <a:gd name="connsiteX4" fmla="*/ 29725 w 3901235"/>
              <a:gd name="connsiteY4" fmla="*/ 134033 h 1719263"/>
              <a:gd name="connsiteX0-1" fmla="*/ 0 w 3901235"/>
              <a:gd name="connsiteY0-2" fmla="*/ 4764 h 1724027"/>
              <a:gd name="connsiteX1-3" fmla="*/ 971439 w 3901235"/>
              <a:gd name="connsiteY1-4" fmla="*/ 0 h 1724027"/>
              <a:gd name="connsiteX2-5" fmla="*/ 3901235 w 3901235"/>
              <a:gd name="connsiteY2-6" fmla="*/ 4764 h 1724027"/>
              <a:gd name="connsiteX3-7" fmla="*/ 3871510 w 3901235"/>
              <a:gd name="connsiteY3-8" fmla="*/ 138797 h 1724027"/>
              <a:gd name="connsiteX4-9" fmla="*/ 1950618 w 3901235"/>
              <a:gd name="connsiteY4-10" fmla="*/ 1724027 h 1724027"/>
              <a:gd name="connsiteX5" fmla="*/ 29725 w 3901235"/>
              <a:gd name="connsiteY5" fmla="*/ 138797 h 1724027"/>
              <a:gd name="connsiteX6" fmla="*/ 0 w 3901235"/>
              <a:gd name="connsiteY6" fmla="*/ 4764 h 1724027"/>
              <a:gd name="connsiteX0-11" fmla="*/ 971439 w 3901235"/>
              <a:gd name="connsiteY0-12" fmla="*/ 0 h 1724027"/>
              <a:gd name="connsiteX1-13" fmla="*/ 3901235 w 3901235"/>
              <a:gd name="connsiteY1-14" fmla="*/ 4764 h 1724027"/>
              <a:gd name="connsiteX2-15" fmla="*/ 3871510 w 3901235"/>
              <a:gd name="connsiteY2-16" fmla="*/ 138797 h 1724027"/>
              <a:gd name="connsiteX3-17" fmla="*/ 1950618 w 3901235"/>
              <a:gd name="connsiteY3-18" fmla="*/ 1724027 h 1724027"/>
              <a:gd name="connsiteX4-19" fmla="*/ 29725 w 3901235"/>
              <a:gd name="connsiteY4-20" fmla="*/ 138797 h 1724027"/>
              <a:gd name="connsiteX5-21" fmla="*/ 0 w 3901235"/>
              <a:gd name="connsiteY5-22" fmla="*/ 4764 h 1724027"/>
              <a:gd name="connsiteX6-23" fmla="*/ 1062879 w 3901235"/>
              <a:gd name="connsiteY6-24" fmla="*/ 91440 h 1724027"/>
              <a:gd name="connsiteX0-25" fmla="*/ 971439 w 3901235"/>
              <a:gd name="connsiteY0-26" fmla="*/ 0 h 1724027"/>
              <a:gd name="connsiteX1-27" fmla="*/ 3901235 w 3901235"/>
              <a:gd name="connsiteY1-28" fmla="*/ 4764 h 1724027"/>
              <a:gd name="connsiteX2-29" fmla="*/ 3871510 w 3901235"/>
              <a:gd name="connsiteY2-30" fmla="*/ 138797 h 1724027"/>
              <a:gd name="connsiteX3-31" fmla="*/ 1950618 w 3901235"/>
              <a:gd name="connsiteY3-32" fmla="*/ 1724027 h 1724027"/>
              <a:gd name="connsiteX4-33" fmla="*/ 29725 w 3901235"/>
              <a:gd name="connsiteY4-34" fmla="*/ 138797 h 1724027"/>
              <a:gd name="connsiteX5-35" fmla="*/ 0 w 3901235"/>
              <a:gd name="connsiteY5-36" fmla="*/ 4764 h 1724027"/>
              <a:gd name="connsiteX0-37" fmla="*/ 3901235 w 3901235"/>
              <a:gd name="connsiteY0-38" fmla="*/ 0 h 1719263"/>
              <a:gd name="connsiteX1-39" fmla="*/ 3871510 w 3901235"/>
              <a:gd name="connsiteY1-40" fmla="*/ 134033 h 1719263"/>
              <a:gd name="connsiteX2-41" fmla="*/ 1950618 w 3901235"/>
              <a:gd name="connsiteY2-42" fmla="*/ 1719263 h 1719263"/>
              <a:gd name="connsiteX3-43" fmla="*/ 29725 w 3901235"/>
              <a:gd name="connsiteY3-44" fmla="*/ 134033 h 1719263"/>
              <a:gd name="connsiteX4-45" fmla="*/ 0 w 3901235"/>
              <a:gd name="connsiteY4-46" fmla="*/ 0 h 17192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901235" h="1719263">
                <a:moveTo>
                  <a:pt x="3901235" y="0"/>
                </a:moveTo>
                <a:lnTo>
                  <a:pt x="3871510" y="134033"/>
                </a:lnTo>
                <a:cubicBezTo>
                  <a:pt x="3629235" y="1049959"/>
                  <a:pt x="2860935" y="1719263"/>
                  <a:pt x="1950618" y="1719263"/>
                </a:cubicBezTo>
                <a:cubicBezTo>
                  <a:pt x="1040298" y="1719263"/>
                  <a:pt x="271998" y="1049959"/>
                  <a:pt x="29725" y="134033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87"/>
          <p:cNvSpPr/>
          <p:nvPr/>
        </p:nvSpPr>
        <p:spPr>
          <a:xfrm>
            <a:off x="4294786" y="0"/>
            <a:ext cx="3592905" cy="1725984"/>
          </a:xfrm>
          <a:custGeom>
            <a:avLst/>
            <a:gdLst>
              <a:gd name="connsiteX0" fmla="*/ 0 w 3592905"/>
              <a:gd name="connsiteY0" fmla="*/ 0 h 1725984"/>
              <a:gd name="connsiteX1" fmla="*/ 3592905 w 3592905"/>
              <a:gd name="connsiteY1" fmla="*/ 0 h 1725984"/>
              <a:gd name="connsiteX2" fmla="*/ 3587358 w 3592905"/>
              <a:gd name="connsiteY2" fmla="*/ 109844 h 1725984"/>
              <a:gd name="connsiteX3" fmla="*/ 1796452 w 3592905"/>
              <a:gd name="connsiteY3" fmla="*/ 1725984 h 1725984"/>
              <a:gd name="connsiteX4" fmla="*/ 5547 w 3592905"/>
              <a:gd name="connsiteY4" fmla="*/ 109844 h 172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2905" h="1725984">
                <a:moveTo>
                  <a:pt x="0" y="0"/>
                </a:moveTo>
                <a:lnTo>
                  <a:pt x="3592905" y="0"/>
                </a:lnTo>
                <a:lnTo>
                  <a:pt x="3587358" y="109844"/>
                </a:lnTo>
                <a:cubicBezTo>
                  <a:pt x="3495170" y="1017606"/>
                  <a:pt x="2728536" y="1725984"/>
                  <a:pt x="1796452" y="1725984"/>
                </a:cubicBezTo>
                <a:cubicBezTo>
                  <a:pt x="864368" y="1725984"/>
                  <a:pt x="97735" y="1017606"/>
                  <a:pt x="5547" y="109844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423012" y="298047"/>
            <a:ext cx="1336454" cy="1005661"/>
            <a:chOff x="5378243" y="298047"/>
            <a:chExt cx="1336454" cy="1005661"/>
          </a:xfrm>
        </p:grpSpPr>
        <p:sp>
          <p:nvSpPr>
            <p:cNvPr id="13" name="矩形 12"/>
            <p:cNvSpPr/>
            <p:nvPr/>
          </p:nvSpPr>
          <p:spPr>
            <a:xfrm>
              <a:off x="5378243" y="298047"/>
              <a:ext cx="764954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>
                <a:defRPr/>
              </a:pPr>
              <a:r>
                <a:rPr lang="zh-CN" altLang="en-US" sz="4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目</a:t>
              </a:r>
              <a:endParaRPr lang="zh-CN" altLang="en-US" sz="4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49743" y="534267"/>
              <a:ext cx="764954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>
                <a:defRPr/>
              </a:pPr>
              <a:r>
                <a:rPr lang="zh-CN" altLang="en-US" sz="4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录</a:t>
              </a:r>
              <a:endParaRPr lang="zh-CN" altLang="en-US" sz="4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V="1">
              <a:off x="5603081" y="1001316"/>
              <a:ext cx="279797" cy="2155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6210300" y="379810"/>
              <a:ext cx="279797" cy="2155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椭圆 16"/>
          <p:cNvSpPr/>
          <p:nvPr/>
        </p:nvSpPr>
        <p:spPr>
          <a:xfrm>
            <a:off x="4218102" y="1144930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41900" y="3221873"/>
            <a:ext cx="944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</a:t>
            </a: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二章</a:t>
            </a:r>
            <a:endParaRPr lang="zh-CN" altLang="en-US" spc="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629" y="3726020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208268" y="3879509"/>
            <a:ext cx="944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</a:t>
            </a: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四章</a:t>
            </a:r>
            <a:endParaRPr lang="zh-CN" altLang="en-US" spc="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073056" y="322192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0306386" y="2421596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65571" y="3726180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概况</a:t>
            </a:r>
            <a:endParaRPr lang="zh-CN" altLang="en-US" sz="20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135415" y="4117407"/>
            <a:ext cx="19018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20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954561" y="4713168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20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77530" y="2584968"/>
            <a:ext cx="9448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ctr" defTabSz="914400">
              <a:defRPr/>
            </a:pP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</a:t>
            </a:r>
            <a:r>
              <a:rPr lang="zh-CN" altLang="en-US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三章</a:t>
            </a:r>
            <a:endParaRPr lang="zh-CN" altLang="en-US" spc="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0604291" y="4362388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83415" y="3644332"/>
            <a:ext cx="19018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20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-97121" y="1253167"/>
            <a:ext cx="2559495" cy="4063749"/>
            <a:chOff x="1022470" y="1481251"/>
            <a:chExt cx="2066102" cy="4063749"/>
          </a:xfrm>
        </p:grpSpPr>
        <p:sp>
          <p:nvSpPr>
            <p:cNvPr id="29" name="任意多边形: 形状 185"/>
            <p:cNvSpPr/>
            <p:nvPr/>
          </p:nvSpPr>
          <p:spPr>
            <a:xfrm rot="16200000">
              <a:off x="64703" y="2439018"/>
              <a:ext cx="3981636" cy="2066102"/>
            </a:xfrm>
            <a:custGeom>
              <a:avLst/>
              <a:gdLst>
                <a:gd name="connsiteX0" fmla="*/ 0 w 3968423"/>
                <a:gd name="connsiteY0" fmla="*/ 0 h 1933574"/>
                <a:gd name="connsiteX1" fmla="*/ 3968423 w 3968423"/>
                <a:gd name="connsiteY1" fmla="*/ 0 h 1933574"/>
                <a:gd name="connsiteX2" fmla="*/ 3946431 w 3968423"/>
                <a:gd name="connsiteY2" fmla="*/ 161996 h 1933574"/>
                <a:gd name="connsiteX3" fmla="*/ 1984212 w 3968423"/>
                <a:gd name="connsiteY3" fmla="*/ 1933574 h 1933574"/>
                <a:gd name="connsiteX4" fmla="*/ 21992 w 3968423"/>
                <a:gd name="connsiteY4" fmla="*/ 161996 h 1933574"/>
                <a:gd name="connsiteX0-1" fmla="*/ 0 w 3968423"/>
                <a:gd name="connsiteY0-2" fmla="*/ 19051 h 1952625"/>
                <a:gd name="connsiteX1-3" fmla="*/ 304945 w 3968423"/>
                <a:gd name="connsiteY1-4" fmla="*/ 0 h 1952625"/>
                <a:gd name="connsiteX2-5" fmla="*/ 3968423 w 3968423"/>
                <a:gd name="connsiteY2-6" fmla="*/ 19051 h 1952625"/>
                <a:gd name="connsiteX3-7" fmla="*/ 3946431 w 3968423"/>
                <a:gd name="connsiteY3-8" fmla="*/ 181047 h 1952625"/>
                <a:gd name="connsiteX4-9" fmla="*/ 1984212 w 3968423"/>
                <a:gd name="connsiteY4-10" fmla="*/ 1952625 h 1952625"/>
                <a:gd name="connsiteX5" fmla="*/ 21992 w 3968423"/>
                <a:gd name="connsiteY5" fmla="*/ 181047 h 1952625"/>
                <a:gd name="connsiteX6" fmla="*/ 0 w 3968423"/>
                <a:gd name="connsiteY6" fmla="*/ 19051 h 1952625"/>
                <a:gd name="connsiteX0-11" fmla="*/ 0 w 3968423"/>
                <a:gd name="connsiteY0-12" fmla="*/ 0 h 1933574"/>
                <a:gd name="connsiteX1-13" fmla="*/ 3968423 w 3968423"/>
                <a:gd name="connsiteY1-14" fmla="*/ 0 h 1933574"/>
                <a:gd name="connsiteX2-15" fmla="*/ 3946431 w 3968423"/>
                <a:gd name="connsiteY2-16" fmla="*/ 161996 h 1933574"/>
                <a:gd name="connsiteX3-17" fmla="*/ 1984212 w 3968423"/>
                <a:gd name="connsiteY3-18" fmla="*/ 1933574 h 1933574"/>
                <a:gd name="connsiteX4-19" fmla="*/ 21992 w 3968423"/>
                <a:gd name="connsiteY4-20" fmla="*/ 161996 h 1933574"/>
                <a:gd name="connsiteX5-21" fmla="*/ 0 w 3968423"/>
                <a:gd name="connsiteY5-22" fmla="*/ 0 h 1933574"/>
                <a:gd name="connsiteX0-23" fmla="*/ 0 w 3968423"/>
                <a:gd name="connsiteY0-24" fmla="*/ 14289 h 1947863"/>
                <a:gd name="connsiteX1-25" fmla="*/ 328757 w 3968423"/>
                <a:gd name="connsiteY1-26" fmla="*/ 0 h 1947863"/>
                <a:gd name="connsiteX2-27" fmla="*/ 3968423 w 3968423"/>
                <a:gd name="connsiteY2-28" fmla="*/ 14289 h 1947863"/>
                <a:gd name="connsiteX3-29" fmla="*/ 3946431 w 3968423"/>
                <a:gd name="connsiteY3-30" fmla="*/ 176285 h 1947863"/>
                <a:gd name="connsiteX4-31" fmla="*/ 1984212 w 3968423"/>
                <a:gd name="connsiteY4-32" fmla="*/ 1947863 h 1947863"/>
                <a:gd name="connsiteX5-33" fmla="*/ 21992 w 3968423"/>
                <a:gd name="connsiteY5-34" fmla="*/ 176285 h 1947863"/>
                <a:gd name="connsiteX6-35" fmla="*/ 0 w 3968423"/>
                <a:gd name="connsiteY6-36" fmla="*/ 14289 h 1947863"/>
                <a:gd name="connsiteX0-37" fmla="*/ 328757 w 3968423"/>
                <a:gd name="connsiteY0-38" fmla="*/ 0 h 1947863"/>
                <a:gd name="connsiteX1-39" fmla="*/ 3968423 w 3968423"/>
                <a:gd name="connsiteY1-40" fmla="*/ 14289 h 1947863"/>
                <a:gd name="connsiteX2-41" fmla="*/ 3946431 w 3968423"/>
                <a:gd name="connsiteY2-42" fmla="*/ 176285 h 1947863"/>
                <a:gd name="connsiteX3-43" fmla="*/ 1984212 w 3968423"/>
                <a:gd name="connsiteY3-44" fmla="*/ 1947863 h 1947863"/>
                <a:gd name="connsiteX4-45" fmla="*/ 21992 w 3968423"/>
                <a:gd name="connsiteY4-46" fmla="*/ 176285 h 1947863"/>
                <a:gd name="connsiteX5-47" fmla="*/ 0 w 3968423"/>
                <a:gd name="connsiteY5-48" fmla="*/ 14289 h 1947863"/>
                <a:gd name="connsiteX6-49" fmla="*/ 420197 w 3968423"/>
                <a:gd name="connsiteY6-50" fmla="*/ 91440 h 1947863"/>
                <a:gd name="connsiteX0-51" fmla="*/ 328757 w 3968423"/>
                <a:gd name="connsiteY0-52" fmla="*/ 0 h 1947863"/>
                <a:gd name="connsiteX1-53" fmla="*/ 3968423 w 3968423"/>
                <a:gd name="connsiteY1-54" fmla="*/ 14289 h 1947863"/>
                <a:gd name="connsiteX2-55" fmla="*/ 3946431 w 3968423"/>
                <a:gd name="connsiteY2-56" fmla="*/ 176285 h 1947863"/>
                <a:gd name="connsiteX3-57" fmla="*/ 1984212 w 3968423"/>
                <a:gd name="connsiteY3-58" fmla="*/ 1947863 h 1947863"/>
                <a:gd name="connsiteX4-59" fmla="*/ 21992 w 3968423"/>
                <a:gd name="connsiteY4-60" fmla="*/ 176285 h 1947863"/>
                <a:gd name="connsiteX5-61" fmla="*/ 0 w 3968423"/>
                <a:gd name="connsiteY5-62" fmla="*/ 14289 h 1947863"/>
                <a:gd name="connsiteX0-63" fmla="*/ 3968423 w 3968423"/>
                <a:gd name="connsiteY0-64" fmla="*/ 0 h 1933574"/>
                <a:gd name="connsiteX1-65" fmla="*/ 3946431 w 3968423"/>
                <a:gd name="connsiteY1-66" fmla="*/ 161996 h 1933574"/>
                <a:gd name="connsiteX2-67" fmla="*/ 1984212 w 3968423"/>
                <a:gd name="connsiteY2-68" fmla="*/ 1933574 h 1933574"/>
                <a:gd name="connsiteX3-69" fmla="*/ 21992 w 3968423"/>
                <a:gd name="connsiteY3-70" fmla="*/ 161996 h 1933574"/>
                <a:gd name="connsiteX4-71" fmla="*/ 0 w 3968423"/>
                <a:gd name="connsiteY4-72" fmla="*/ 0 h 1933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68423" h="1933574">
                  <a:moveTo>
                    <a:pt x="3968423" y="0"/>
                  </a:moveTo>
                  <a:lnTo>
                    <a:pt x="3946431" y="161996"/>
                  </a:lnTo>
                  <a:cubicBezTo>
                    <a:pt x="3764638" y="1172055"/>
                    <a:pt x="2955217" y="1933574"/>
                    <a:pt x="1984212" y="1933574"/>
                  </a:cubicBezTo>
                  <a:cubicBezTo>
                    <a:pt x="1013203" y="1933574"/>
                    <a:pt x="203783" y="1172055"/>
                    <a:pt x="21992" y="161996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186"/>
            <p:cNvSpPr/>
            <p:nvPr/>
          </p:nvSpPr>
          <p:spPr>
            <a:xfrm rot="16200000">
              <a:off x="101594" y="2669337"/>
              <a:ext cx="3914225" cy="1837102"/>
            </a:xfrm>
            <a:custGeom>
              <a:avLst/>
              <a:gdLst>
                <a:gd name="connsiteX0" fmla="*/ 0 w 3901235"/>
                <a:gd name="connsiteY0" fmla="*/ 0 h 1719263"/>
                <a:gd name="connsiteX1" fmla="*/ 3901235 w 3901235"/>
                <a:gd name="connsiteY1" fmla="*/ 0 h 1719263"/>
                <a:gd name="connsiteX2" fmla="*/ 3871510 w 3901235"/>
                <a:gd name="connsiteY2" fmla="*/ 134033 h 1719263"/>
                <a:gd name="connsiteX3" fmla="*/ 1950618 w 3901235"/>
                <a:gd name="connsiteY3" fmla="*/ 1719263 h 1719263"/>
                <a:gd name="connsiteX4" fmla="*/ 29725 w 3901235"/>
                <a:gd name="connsiteY4" fmla="*/ 134033 h 1719263"/>
                <a:gd name="connsiteX0-1" fmla="*/ 0 w 3901235"/>
                <a:gd name="connsiteY0-2" fmla="*/ 4764 h 1724027"/>
                <a:gd name="connsiteX1-3" fmla="*/ 971439 w 3901235"/>
                <a:gd name="connsiteY1-4" fmla="*/ 0 h 1724027"/>
                <a:gd name="connsiteX2-5" fmla="*/ 3901235 w 3901235"/>
                <a:gd name="connsiteY2-6" fmla="*/ 4764 h 1724027"/>
                <a:gd name="connsiteX3-7" fmla="*/ 3871510 w 3901235"/>
                <a:gd name="connsiteY3-8" fmla="*/ 138797 h 1724027"/>
                <a:gd name="connsiteX4-9" fmla="*/ 1950618 w 3901235"/>
                <a:gd name="connsiteY4-10" fmla="*/ 1724027 h 1724027"/>
                <a:gd name="connsiteX5" fmla="*/ 29725 w 3901235"/>
                <a:gd name="connsiteY5" fmla="*/ 138797 h 1724027"/>
                <a:gd name="connsiteX6" fmla="*/ 0 w 3901235"/>
                <a:gd name="connsiteY6" fmla="*/ 4764 h 1724027"/>
                <a:gd name="connsiteX0-11" fmla="*/ 971439 w 3901235"/>
                <a:gd name="connsiteY0-12" fmla="*/ 0 h 1724027"/>
                <a:gd name="connsiteX1-13" fmla="*/ 3901235 w 3901235"/>
                <a:gd name="connsiteY1-14" fmla="*/ 4764 h 1724027"/>
                <a:gd name="connsiteX2-15" fmla="*/ 3871510 w 3901235"/>
                <a:gd name="connsiteY2-16" fmla="*/ 138797 h 1724027"/>
                <a:gd name="connsiteX3-17" fmla="*/ 1950618 w 3901235"/>
                <a:gd name="connsiteY3-18" fmla="*/ 1724027 h 1724027"/>
                <a:gd name="connsiteX4-19" fmla="*/ 29725 w 3901235"/>
                <a:gd name="connsiteY4-20" fmla="*/ 138797 h 1724027"/>
                <a:gd name="connsiteX5-21" fmla="*/ 0 w 3901235"/>
                <a:gd name="connsiteY5-22" fmla="*/ 4764 h 1724027"/>
                <a:gd name="connsiteX6-23" fmla="*/ 1062879 w 3901235"/>
                <a:gd name="connsiteY6-24" fmla="*/ 91440 h 1724027"/>
                <a:gd name="connsiteX0-25" fmla="*/ 971439 w 3901235"/>
                <a:gd name="connsiteY0-26" fmla="*/ 0 h 1724027"/>
                <a:gd name="connsiteX1-27" fmla="*/ 3901235 w 3901235"/>
                <a:gd name="connsiteY1-28" fmla="*/ 4764 h 1724027"/>
                <a:gd name="connsiteX2-29" fmla="*/ 3871510 w 3901235"/>
                <a:gd name="connsiteY2-30" fmla="*/ 138797 h 1724027"/>
                <a:gd name="connsiteX3-31" fmla="*/ 1950618 w 3901235"/>
                <a:gd name="connsiteY3-32" fmla="*/ 1724027 h 1724027"/>
                <a:gd name="connsiteX4-33" fmla="*/ 29725 w 3901235"/>
                <a:gd name="connsiteY4-34" fmla="*/ 138797 h 1724027"/>
                <a:gd name="connsiteX5-35" fmla="*/ 0 w 3901235"/>
                <a:gd name="connsiteY5-36" fmla="*/ 4764 h 1724027"/>
                <a:gd name="connsiteX0-37" fmla="*/ 3901235 w 3901235"/>
                <a:gd name="connsiteY0-38" fmla="*/ 0 h 1719263"/>
                <a:gd name="connsiteX1-39" fmla="*/ 3871510 w 3901235"/>
                <a:gd name="connsiteY1-40" fmla="*/ 134033 h 1719263"/>
                <a:gd name="connsiteX2-41" fmla="*/ 1950618 w 3901235"/>
                <a:gd name="connsiteY2-42" fmla="*/ 1719263 h 1719263"/>
                <a:gd name="connsiteX3-43" fmla="*/ 29725 w 3901235"/>
                <a:gd name="connsiteY3-44" fmla="*/ 134033 h 1719263"/>
                <a:gd name="connsiteX4-45" fmla="*/ 0 w 3901235"/>
                <a:gd name="connsiteY4-46" fmla="*/ 0 h 17192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01235" h="1719263">
                  <a:moveTo>
                    <a:pt x="3901235" y="0"/>
                  </a:moveTo>
                  <a:lnTo>
                    <a:pt x="3871510" y="134033"/>
                  </a:lnTo>
                  <a:cubicBezTo>
                    <a:pt x="3629235" y="1049959"/>
                    <a:pt x="2860935" y="1719263"/>
                    <a:pt x="1950618" y="1719263"/>
                  </a:cubicBezTo>
                  <a:cubicBezTo>
                    <a:pt x="1040298" y="1719263"/>
                    <a:pt x="271998" y="1049959"/>
                    <a:pt x="29725" y="134033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AC4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4" name="椭圆 33"/>
          <p:cNvSpPr/>
          <p:nvPr/>
        </p:nvSpPr>
        <p:spPr>
          <a:xfrm>
            <a:off x="-759511" y="1885309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4007576" y="1481250"/>
            <a:ext cx="0" cy="3737552"/>
          </a:xfrm>
          <a:prstGeom prst="line">
            <a:avLst/>
          </a:prstGeom>
          <a:ln w="19050">
            <a:solidFill>
              <a:srgbClr val="AC42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407245" y="2274461"/>
            <a:ext cx="4754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概况</a:t>
            </a:r>
            <a:endParaRPr lang="zh-CN" altLang="en-US" sz="6000" kern="1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4431" y="4010983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选题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407337" y="400633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74766" y="4010983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开发计划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257672" y="400633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54598" y="4010983"/>
            <a:ext cx="1960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需求捕获与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描述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137504" y="400633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8" name="任意多边形: 形状 120"/>
          <p:cNvSpPr/>
          <p:nvPr/>
        </p:nvSpPr>
        <p:spPr>
          <a:xfrm rot="18201767">
            <a:off x="2498891" y="1017834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 rot="16200000">
            <a:off x="6536383" y="1404540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 rot="16200000">
            <a:off x="1566654" y="4983591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-44213" y="2934527"/>
            <a:ext cx="2372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PART 1</a:t>
            </a:r>
            <a:endParaRPr lang="zh-CN" altLang="en-US" sz="4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485210" y="5481711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8" grpId="0"/>
      <p:bldP spid="9" grpId="0" bldLvl="0" animBg="1"/>
      <p:bldP spid="10" grpId="0"/>
      <p:bldP spid="1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690110" y="1189851"/>
            <a:ext cx="7632065" cy="1910715"/>
            <a:chOff x="-5936833" y="4674188"/>
            <a:chExt cx="7632065" cy="1910715"/>
          </a:xfrm>
        </p:grpSpPr>
        <p:sp>
          <p:nvSpPr>
            <p:cNvPr id="35" name="TextBox 18"/>
            <p:cNvSpPr txBox="1"/>
            <p:nvPr/>
          </p:nvSpPr>
          <p:spPr>
            <a:xfrm>
              <a:off x="-5936833" y="4674188"/>
              <a:ext cx="5572760" cy="70802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项目名称：“博玩雅趣”社团活动报名小程序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6" name="学论网-www.xuelun.me"/>
            <p:cNvSpPr txBox="1"/>
            <p:nvPr/>
          </p:nvSpPr>
          <p:spPr>
            <a:xfrm>
              <a:off x="-5164673" y="5107893"/>
              <a:ext cx="6859905" cy="14770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项目简介：本项目运行在微信小程序平台，致力于打造一个标准的社团活动发布与报名的平台，将北京大学所有社团活动信息进行整合，以方便同学们查看与报名。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>
                <a:lnSpc>
                  <a:spcPct val="20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>
                <a:lnSpc>
                  <a:spcPct val="20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90068" y="554554"/>
            <a:ext cx="109220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sp>
        <p:nvSpPr>
          <p:cNvPr id="43" name="箭头3"/>
          <p:cNvSpPr/>
          <p:nvPr/>
        </p:nvSpPr>
        <p:spPr bwMode="gray">
          <a:xfrm flipV="1">
            <a:off x="1866058" y="3904173"/>
            <a:ext cx="1289892" cy="1794616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itchFamily="2" charset="-122"/>
            </a:endParaRPr>
          </a:p>
        </p:txBody>
      </p:sp>
      <p:sp>
        <p:nvSpPr>
          <p:cNvPr id="44" name="箭头1"/>
          <p:cNvSpPr/>
          <p:nvPr/>
        </p:nvSpPr>
        <p:spPr bwMode="gray">
          <a:xfrm>
            <a:off x="1866019" y="3063252"/>
            <a:ext cx="1289892" cy="2078883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itchFamily="2" charset="-122"/>
            </a:endParaRPr>
          </a:p>
        </p:txBody>
      </p:sp>
      <p:sp>
        <p:nvSpPr>
          <p:cNvPr id="45" name="标题1"/>
          <p:cNvSpPr>
            <a:spLocks noChangeArrowheads="1"/>
          </p:cNvSpPr>
          <p:nvPr/>
        </p:nvSpPr>
        <p:spPr bwMode="gray">
          <a:xfrm>
            <a:off x="3313213" y="2804280"/>
            <a:ext cx="1466422" cy="1418637"/>
          </a:xfrm>
          <a:prstGeom prst="roundRect">
            <a:avLst>
              <a:gd name="adj" fmla="val 11921"/>
            </a:avLst>
          </a:prstGeom>
          <a:solidFill>
            <a:srgbClr val="AC4243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2400" b="1" dirty="0">
                <a:solidFill>
                  <a:sysClr val="window" lastClr="FFFFFF">
                    <a:lumMod val="95000"/>
                  </a:sys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学生端</a:t>
            </a:r>
            <a:endParaRPr lang="zh-CN" altLang="zh-CN" sz="2400" b="1" dirty="0">
              <a:solidFill>
                <a:sysClr val="window" lastClr="FFFFFF">
                  <a:lumMod val="95000"/>
                </a:sys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2" name="标题3"/>
          <p:cNvSpPr>
            <a:spLocks noChangeArrowheads="1"/>
          </p:cNvSpPr>
          <p:nvPr/>
        </p:nvSpPr>
        <p:spPr bwMode="gray">
          <a:xfrm>
            <a:off x="3313213" y="4767433"/>
            <a:ext cx="1466422" cy="1394194"/>
          </a:xfrm>
          <a:prstGeom prst="roundRect">
            <a:avLst>
              <a:gd name="adj" fmla="val 11921"/>
            </a:avLst>
          </a:prstGeom>
          <a:solidFill>
            <a:srgbClr val="AC4243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ysClr val="window" lastClr="FFFFFF">
                    <a:lumMod val="95000"/>
                  </a:sys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社团端</a:t>
            </a:r>
            <a:endParaRPr lang="zh-CN" altLang="zh-CN" sz="2400" b="1" dirty="0">
              <a:solidFill>
                <a:sysClr val="window" lastClr="FFFFFF">
                  <a:lumMod val="95000"/>
                </a:sys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1213569" y="3735452"/>
            <a:ext cx="1404988" cy="1406744"/>
          </a:xfrm>
          <a:prstGeom prst="ellipse">
            <a:avLst/>
          </a:prstGeom>
          <a:solidFill>
            <a:srgbClr val="AC4243"/>
          </a:soli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项目目标</a:t>
            </a:r>
            <a:endParaRPr lang="zh-CN" altLang="en-US" sz="2400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4936937" y="3003562"/>
            <a:ext cx="5127625" cy="899160"/>
            <a:chOff x="6027771" y="1424449"/>
            <a:chExt cx="5127625" cy="899160"/>
          </a:xfrm>
        </p:grpSpPr>
        <p:sp>
          <p:nvSpPr>
            <p:cNvPr id="55" name="TextBox 18"/>
            <p:cNvSpPr txBox="1"/>
            <p:nvPr/>
          </p:nvSpPr>
          <p:spPr>
            <a:xfrm>
              <a:off x="6027771" y="1424449"/>
              <a:ext cx="2352040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活动信息与活动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报名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6" name="学论网-www.xuelun.me"/>
            <p:cNvSpPr txBox="1"/>
            <p:nvPr/>
          </p:nvSpPr>
          <p:spPr>
            <a:xfrm>
              <a:off x="6378926" y="1769889"/>
              <a:ext cx="4776470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例如活动内容、活动时间及地点、人数要求（如有）等，集成至日程表供查看，并提供查询活动、筛选活动、报名活动等额外功能；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191572" y="4985631"/>
            <a:ext cx="5004435" cy="1176020"/>
            <a:chOff x="6027771" y="1424449"/>
            <a:chExt cx="5004435" cy="1176020"/>
          </a:xfrm>
        </p:grpSpPr>
        <p:sp>
          <p:nvSpPr>
            <p:cNvPr id="58" name="TextBox 18"/>
            <p:cNvSpPr txBox="1"/>
            <p:nvPr/>
          </p:nvSpPr>
          <p:spPr>
            <a:xfrm>
              <a:off x="6027771" y="1424449"/>
              <a:ext cx="2054860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活动发布与活动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统计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9" name="学论网-www.xuelun.me"/>
            <p:cNvSpPr txBox="1"/>
            <p:nvPr/>
          </p:nvSpPr>
          <p:spPr>
            <a:xfrm>
              <a:off x="6256371" y="1769889"/>
              <a:ext cx="4775835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例如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显示活动参与情况的数据信息（报名人员信息、参与人数数据总览等），同时提供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AI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辅助快速填写表单、添加活动标签等辅助功能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690245" y="1189990"/>
            <a:ext cx="4289425" cy="2649220"/>
            <a:chOff x="-5936833" y="4674188"/>
            <a:chExt cx="7632065" cy="2649220"/>
          </a:xfrm>
        </p:grpSpPr>
        <p:sp>
          <p:nvSpPr>
            <p:cNvPr id="35" name="TextBox 18"/>
            <p:cNvSpPr txBox="1"/>
            <p:nvPr/>
          </p:nvSpPr>
          <p:spPr>
            <a:xfrm>
              <a:off x="-5936833" y="4674188"/>
              <a:ext cx="246570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软件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系统描述：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6" name="学论网-www.xuelun.me"/>
            <p:cNvSpPr txBox="1"/>
            <p:nvPr/>
          </p:nvSpPr>
          <p:spPr>
            <a:xfrm>
              <a:off x="-5164673" y="5107893"/>
              <a:ext cx="6859905" cy="22155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开发意图：本软件旨在解决社团活动及类似情景中协调日程不方便的情况，方便社团管理人员的活动招募以及社团成员安排自身活动日程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应用目标：方便社团成员协调自身日程与活动安排，也方便社团管理人员对活动的参与人员情况做出统筹与管理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作用范围：北京大学各社团成员及管理人员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90068" y="554554"/>
            <a:ext cx="109220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19125" y="4433570"/>
            <a:ext cx="4289425" cy="2280285"/>
            <a:chOff x="-5936833" y="4674188"/>
            <a:chExt cx="7632065" cy="2280285"/>
          </a:xfrm>
        </p:grpSpPr>
        <p:sp>
          <p:nvSpPr>
            <p:cNvPr id="3" name="TextBox 18"/>
            <p:cNvSpPr txBox="1"/>
            <p:nvPr/>
          </p:nvSpPr>
          <p:spPr>
            <a:xfrm>
              <a:off x="-5936833" y="4674188"/>
              <a:ext cx="246570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用户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群体：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4" name="学论网-www.xuelun.me"/>
            <p:cNvSpPr txBox="1"/>
            <p:nvPr/>
          </p:nvSpPr>
          <p:spPr>
            <a:xfrm>
              <a:off x="-5164673" y="5107893"/>
              <a:ext cx="6859905" cy="1846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北京大学学生，大多有相对优秀的电子产品使用素养，因此其操作软件的能力比较出色。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预计使用频次为每周不定期使用，依社团成员与社团管理人员所加入社团的活动举行频次发生变化。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" name="TextBox 18"/>
          <p:cNvSpPr txBox="1"/>
          <p:nvPr/>
        </p:nvSpPr>
        <p:spPr>
          <a:xfrm>
            <a:off x="6378575" y="1235710"/>
            <a:ext cx="1385792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功能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描述：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089157" y="1577887"/>
            <a:ext cx="7032726" cy="50433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875665" y="4567555"/>
            <a:ext cx="10440670" cy="3018790"/>
            <a:chOff x="-5936833" y="4674188"/>
            <a:chExt cx="7632065" cy="3018790"/>
          </a:xfrm>
        </p:grpSpPr>
        <p:sp>
          <p:nvSpPr>
            <p:cNvPr id="35" name="TextBox 18"/>
            <p:cNvSpPr txBox="1"/>
            <p:nvPr/>
          </p:nvSpPr>
          <p:spPr>
            <a:xfrm>
              <a:off x="-5936833" y="4674188"/>
              <a:ext cx="246570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非功能需求：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6" name="学论网-www.xuelun.me"/>
            <p:cNvSpPr txBox="1"/>
            <p:nvPr/>
          </p:nvSpPr>
          <p:spPr>
            <a:xfrm>
              <a:off x="-5164673" y="5107893"/>
              <a:ext cx="6859905" cy="2585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系统接入门户数据，所有用户数据不传入云端，限制小程序的权限范围。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系统易于使用，方便用户便捷管理社团活动与日程安排。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系统需要快捷编辑活动信息，后续可能加入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ai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编辑活动等功能。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系统需要易于维护，向下兼容。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90068" y="554554"/>
            <a:ext cx="109220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2083752" y="1019493"/>
          <a:ext cx="7025005" cy="3124835"/>
        </p:xfrm>
        <a:graphic>
          <a:graphicData uri="http://schemas.openxmlformats.org/drawingml/2006/table">
            <a:tbl>
              <a:tblPr/>
              <a:tblGrid>
                <a:gridCol w="1435735"/>
                <a:gridCol w="905510"/>
                <a:gridCol w="2341245"/>
                <a:gridCol w="2342515"/>
              </a:tblGrid>
              <a:tr h="446405">
                <a:tc gridSpan="2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用况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编号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：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用况名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：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登录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作者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：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艾颖辰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 gridSpan="4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用况描述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：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在校注册学生使用其门户账号登录小程序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640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执行者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在校注册学生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640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相关用况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无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640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前置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条件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其拥有门户账号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640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后置条件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无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640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基本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路径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在校注册学生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-&gt;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登录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-97121" y="1253167"/>
            <a:ext cx="2559495" cy="4063749"/>
            <a:chOff x="1022470" y="1481251"/>
            <a:chExt cx="2066102" cy="4063749"/>
          </a:xfrm>
        </p:grpSpPr>
        <p:sp>
          <p:nvSpPr>
            <p:cNvPr id="19" name="任意多边形: 形状 185"/>
            <p:cNvSpPr/>
            <p:nvPr/>
          </p:nvSpPr>
          <p:spPr>
            <a:xfrm rot="16200000">
              <a:off x="64703" y="2439018"/>
              <a:ext cx="3981636" cy="2066102"/>
            </a:xfrm>
            <a:custGeom>
              <a:avLst/>
              <a:gdLst>
                <a:gd name="connsiteX0" fmla="*/ 0 w 3968423"/>
                <a:gd name="connsiteY0" fmla="*/ 0 h 1933574"/>
                <a:gd name="connsiteX1" fmla="*/ 3968423 w 3968423"/>
                <a:gd name="connsiteY1" fmla="*/ 0 h 1933574"/>
                <a:gd name="connsiteX2" fmla="*/ 3946431 w 3968423"/>
                <a:gd name="connsiteY2" fmla="*/ 161996 h 1933574"/>
                <a:gd name="connsiteX3" fmla="*/ 1984212 w 3968423"/>
                <a:gd name="connsiteY3" fmla="*/ 1933574 h 1933574"/>
                <a:gd name="connsiteX4" fmla="*/ 21992 w 3968423"/>
                <a:gd name="connsiteY4" fmla="*/ 161996 h 1933574"/>
                <a:gd name="connsiteX0-1" fmla="*/ 0 w 3968423"/>
                <a:gd name="connsiteY0-2" fmla="*/ 19051 h 1952625"/>
                <a:gd name="connsiteX1-3" fmla="*/ 304945 w 3968423"/>
                <a:gd name="connsiteY1-4" fmla="*/ 0 h 1952625"/>
                <a:gd name="connsiteX2-5" fmla="*/ 3968423 w 3968423"/>
                <a:gd name="connsiteY2-6" fmla="*/ 19051 h 1952625"/>
                <a:gd name="connsiteX3-7" fmla="*/ 3946431 w 3968423"/>
                <a:gd name="connsiteY3-8" fmla="*/ 181047 h 1952625"/>
                <a:gd name="connsiteX4-9" fmla="*/ 1984212 w 3968423"/>
                <a:gd name="connsiteY4-10" fmla="*/ 1952625 h 1952625"/>
                <a:gd name="connsiteX5" fmla="*/ 21992 w 3968423"/>
                <a:gd name="connsiteY5" fmla="*/ 181047 h 1952625"/>
                <a:gd name="connsiteX6" fmla="*/ 0 w 3968423"/>
                <a:gd name="connsiteY6" fmla="*/ 19051 h 1952625"/>
                <a:gd name="connsiteX0-11" fmla="*/ 0 w 3968423"/>
                <a:gd name="connsiteY0-12" fmla="*/ 0 h 1933574"/>
                <a:gd name="connsiteX1-13" fmla="*/ 3968423 w 3968423"/>
                <a:gd name="connsiteY1-14" fmla="*/ 0 h 1933574"/>
                <a:gd name="connsiteX2-15" fmla="*/ 3946431 w 3968423"/>
                <a:gd name="connsiteY2-16" fmla="*/ 161996 h 1933574"/>
                <a:gd name="connsiteX3-17" fmla="*/ 1984212 w 3968423"/>
                <a:gd name="connsiteY3-18" fmla="*/ 1933574 h 1933574"/>
                <a:gd name="connsiteX4-19" fmla="*/ 21992 w 3968423"/>
                <a:gd name="connsiteY4-20" fmla="*/ 161996 h 1933574"/>
                <a:gd name="connsiteX5-21" fmla="*/ 0 w 3968423"/>
                <a:gd name="connsiteY5-22" fmla="*/ 0 h 1933574"/>
                <a:gd name="connsiteX0-23" fmla="*/ 0 w 3968423"/>
                <a:gd name="connsiteY0-24" fmla="*/ 14289 h 1947863"/>
                <a:gd name="connsiteX1-25" fmla="*/ 328757 w 3968423"/>
                <a:gd name="connsiteY1-26" fmla="*/ 0 h 1947863"/>
                <a:gd name="connsiteX2-27" fmla="*/ 3968423 w 3968423"/>
                <a:gd name="connsiteY2-28" fmla="*/ 14289 h 1947863"/>
                <a:gd name="connsiteX3-29" fmla="*/ 3946431 w 3968423"/>
                <a:gd name="connsiteY3-30" fmla="*/ 176285 h 1947863"/>
                <a:gd name="connsiteX4-31" fmla="*/ 1984212 w 3968423"/>
                <a:gd name="connsiteY4-32" fmla="*/ 1947863 h 1947863"/>
                <a:gd name="connsiteX5-33" fmla="*/ 21992 w 3968423"/>
                <a:gd name="connsiteY5-34" fmla="*/ 176285 h 1947863"/>
                <a:gd name="connsiteX6-35" fmla="*/ 0 w 3968423"/>
                <a:gd name="connsiteY6-36" fmla="*/ 14289 h 1947863"/>
                <a:gd name="connsiteX0-37" fmla="*/ 328757 w 3968423"/>
                <a:gd name="connsiteY0-38" fmla="*/ 0 h 1947863"/>
                <a:gd name="connsiteX1-39" fmla="*/ 3968423 w 3968423"/>
                <a:gd name="connsiteY1-40" fmla="*/ 14289 h 1947863"/>
                <a:gd name="connsiteX2-41" fmla="*/ 3946431 w 3968423"/>
                <a:gd name="connsiteY2-42" fmla="*/ 176285 h 1947863"/>
                <a:gd name="connsiteX3-43" fmla="*/ 1984212 w 3968423"/>
                <a:gd name="connsiteY3-44" fmla="*/ 1947863 h 1947863"/>
                <a:gd name="connsiteX4-45" fmla="*/ 21992 w 3968423"/>
                <a:gd name="connsiteY4-46" fmla="*/ 176285 h 1947863"/>
                <a:gd name="connsiteX5-47" fmla="*/ 0 w 3968423"/>
                <a:gd name="connsiteY5-48" fmla="*/ 14289 h 1947863"/>
                <a:gd name="connsiteX6-49" fmla="*/ 420197 w 3968423"/>
                <a:gd name="connsiteY6-50" fmla="*/ 91440 h 1947863"/>
                <a:gd name="connsiteX0-51" fmla="*/ 328757 w 3968423"/>
                <a:gd name="connsiteY0-52" fmla="*/ 0 h 1947863"/>
                <a:gd name="connsiteX1-53" fmla="*/ 3968423 w 3968423"/>
                <a:gd name="connsiteY1-54" fmla="*/ 14289 h 1947863"/>
                <a:gd name="connsiteX2-55" fmla="*/ 3946431 w 3968423"/>
                <a:gd name="connsiteY2-56" fmla="*/ 176285 h 1947863"/>
                <a:gd name="connsiteX3-57" fmla="*/ 1984212 w 3968423"/>
                <a:gd name="connsiteY3-58" fmla="*/ 1947863 h 1947863"/>
                <a:gd name="connsiteX4-59" fmla="*/ 21992 w 3968423"/>
                <a:gd name="connsiteY4-60" fmla="*/ 176285 h 1947863"/>
                <a:gd name="connsiteX5-61" fmla="*/ 0 w 3968423"/>
                <a:gd name="connsiteY5-62" fmla="*/ 14289 h 1947863"/>
                <a:gd name="connsiteX0-63" fmla="*/ 3968423 w 3968423"/>
                <a:gd name="connsiteY0-64" fmla="*/ 0 h 1933574"/>
                <a:gd name="connsiteX1-65" fmla="*/ 3946431 w 3968423"/>
                <a:gd name="connsiteY1-66" fmla="*/ 161996 h 1933574"/>
                <a:gd name="connsiteX2-67" fmla="*/ 1984212 w 3968423"/>
                <a:gd name="connsiteY2-68" fmla="*/ 1933574 h 1933574"/>
                <a:gd name="connsiteX3-69" fmla="*/ 21992 w 3968423"/>
                <a:gd name="connsiteY3-70" fmla="*/ 161996 h 1933574"/>
                <a:gd name="connsiteX4-71" fmla="*/ 0 w 3968423"/>
                <a:gd name="connsiteY4-72" fmla="*/ 0 h 1933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68423" h="1933574">
                  <a:moveTo>
                    <a:pt x="3968423" y="0"/>
                  </a:moveTo>
                  <a:lnTo>
                    <a:pt x="3946431" y="161996"/>
                  </a:lnTo>
                  <a:cubicBezTo>
                    <a:pt x="3764638" y="1172055"/>
                    <a:pt x="2955217" y="1933574"/>
                    <a:pt x="1984212" y="1933574"/>
                  </a:cubicBezTo>
                  <a:cubicBezTo>
                    <a:pt x="1013203" y="1933574"/>
                    <a:pt x="203783" y="1172055"/>
                    <a:pt x="21992" y="161996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86"/>
            <p:cNvSpPr/>
            <p:nvPr/>
          </p:nvSpPr>
          <p:spPr>
            <a:xfrm rot="16200000">
              <a:off x="101594" y="2669337"/>
              <a:ext cx="3914225" cy="1837102"/>
            </a:xfrm>
            <a:custGeom>
              <a:avLst/>
              <a:gdLst>
                <a:gd name="connsiteX0" fmla="*/ 0 w 3901235"/>
                <a:gd name="connsiteY0" fmla="*/ 0 h 1719263"/>
                <a:gd name="connsiteX1" fmla="*/ 3901235 w 3901235"/>
                <a:gd name="connsiteY1" fmla="*/ 0 h 1719263"/>
                <a:gd name="connsiteX2" fmla="*/ 3871510 w 3901235"/>
                <a:gd name="connsiteY2" fmla="*/ 134033 h 1719263"/>
                <a:gd name="connsiteX3" fmla="*/ 1950618 w 3901235"/>
                <a:gd name="connsiteY3" fmla="*/ 1719263 h 1719263"/>
                <a:gd name="connsiteX4" fmla="*/ 29725 w 3901235"/>
                <a:gd name="connsiteY4" fmla="*/ 134033 h 1719263"/>
                <a:gd name="connsiteX0-1" fmla="*/ 0 w 3901235"/>
                <a:gd name="connsiteY0-2" fmla="*/ 4764 h 1724027"/>
                <a:gd name="connsiteX1-3" fmla="*/ 971439 w 3901235"/>
                <a:gd name="connsiteY1-4" fmla="*/ 0 h 1724027"/>
                <a:gd name="connsiteX2-5" fmla="*/ 3901235 w 3901235"/>
                <a:gd name="connsiteY2-6" fmla="*/ 4764 h 1724027"/>
                <a:gd name="connsiteX3-7" fmla="*/ 3871510 w 3901235"/>
                <a:gd name="connsiteY3-8" fmla="*/ 138797 h 1724027"/>
                <a:gd name="connsiteX4-9" fmla="*/ 1950618 w 3901235"/>
                <a:gd name="connsiteY4-10" fmla="*/ 1724027 h 1724027"/>
                <a:gd name="connsiteX5" fmla="*/ 29725 w 3901235"/>
                <a:gd name="connsiteY5" fmla="*/ 138797 h 1724027"/>
                <a:gd name="connsiteX6" fmla="*/ 0 w 3901235"/>
                <a:gd name="connsiteY6" fmla="*/ 4764 h 1724027"/>
                <a:gd name="connsiteX0-11" fmla="*/ 971439 w 3901235"/>
                <a:gd name="connsiteY0-12" fmla="*/ 0 h 1724027"/>
                <a:gd name="connsiteX1-13" fmla="*/ 3901235 w 3901235"/>
                <a:gd name="connsiteY1-14" fmla="*/ 4764 h 1724027"/>
                <a:gd name="connsiteX2-15" fmla="*/ 3871510 w 3901235"/>
                <a:gd name="connsiteY2-16" fmla="*/ 138797 h 1724027"/>
                <a:gd name="connsiteX3-17" fmla="*/ 1950618 w 3901235"/>
                <a:gd name="connsiteY3-18" fmla="*/ 1724027 h 1724027"/>
                <a:gd name="connsiteX4-19" fmla="*/ 29725 w 3901235"/>
                <a:gd name="connsiteY4-20" fmla="*/ 138797 h 1724027"/>
                <a:gd name="connsiteX5-21" fmla="*/ 0 w 3901235"/>
                <a:gd name="connsiteY5-22" fmla="*/ 4764 h 1724027"/>
                <a:gd name="connsiteX6-23" fmla="*/ 1062879 w 3901235"/>
                <a:gd name="connsiteY6-24" fmla="*/ 91440 h 1724027"/>
                <a:gd name="connsiteX0-25" fmla="*/ 971439 w 3901235"/>
                <a:gd name="connsiteY0-26" fmla="*/ 0 h 1724027"/>
                <a:gd name="connsiteX1-27" fmla="*/ 3901235 w 3901235"/>
                <a:gd name="connsiteY1-28" fmla="*/ 4764 h 1724027"/>
                <a:gd name="connsiteX2-29" fmla="*/ 3871510 w 3901235"/>
                <a:gd name="connsiteY2-30" fmla="*/ 138797 h 1724027"/>
                <a:gd name="connsiteX3-31" fmla="*/ 1950618 w 3901235"/>
                <a:gd name="connsiteY3-32" fmla="*/ 1724027 h 1724027"/>
                <a:gd name="connsiteX4-33" fmla="*/ 29725 w 3901235"/>
                <a:gd name="connsiteY4-34" fmla="*/ 138797 h 1724027"/>
                <a:gd name="connsiteX5-35" fmla="*/ 0 w 3901235"/>
                <a:gd name="connsiteY5-36" fmla="*/ 4764 h 1724027"/>
                <a:gd name="connsiteX0-37" fmla="*/ 3901235 w 3901235"/>
                <a:gd name="connsiteY0-38" fmla="*/ 0 h 1719263"/>
                <a:gd name="connsiteX1-39" fmla="*/ 3871510 w 3901235"/>
                <a:gd name="connsiteY1-40" fmla="*/ 134033 h 1719263"/>
                <a:gd name="connsiteX2-41" fmla="*/ 1950618 w 3901235"/>
                <a:gd name="connsiteY2-42" fmla="*/ 1719263 h 1719263"/>
                <a:gd name="connsiteX3-43" fmla="*/ 29725 w 3901235"/>
                <a:gd name="connsiteY3-44" fmla="*/ 134033 h 1719263"/>
                <a:gd name="connsiteX4-45" fmla="*/ 0 w 3901235"/>
                <a:gd name="connsiteY4-46" fmla="*/ 0 h 17192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01235" h="1719263">
                  <a:moveTo>
                    <a:pt x="3901235" y="0"/>
                  </a:moveTo>
                  <a:lnTo>
                    <a:pt x="3871510" y="134033"/>
                  </a:lnTo>
                  <a:cubicBezTo>
                    <a:pt x="3629235" y="1049959"/>
                    <a:pt x="2860935" y="1719263"/>
                    <a:pt x="1950618" y="1719263"/>
                  </a:cubicBezTo>
                  <a:cubicBezTo>
                    <a:pt x="1040298" y="1719263"/>
                    <a:pt x="271998" y="1049959"/>
                    <a:pt x="29725" y="134033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AC4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3" name="椭圆 32"/>
          <p:cNvSpPr/>
          <p:nvPr/>
        </p:nvSpPr>
        <p:spPr>
          <a:xfrm>
            <a:off x="-759511" y="1885309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007576" y="1481250"/>
            <a:ext cx="0" cy="3737552"/>
          </a:xfrm>
          <a:prstGeom prst="line">
            <a:avLst/>
          </a:prstGeom>
          <a:ln w="19050">
            <a:solidFill>
              <a:srgbClr val="AC42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4289138" y="2274461"/>
            <a:ext cx="383286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6000" kern="1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48" name="任意多边形: 形状 120"/>
          <p:cNvSpPr/>
          <p:nvPr/>
        </p:nvSpPr>
        <p:spPr>
          <a:xfrm rot="18201767">
            <a:off x="2498891" y="1017834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 rot="16200000">
            <a:off x="6536383" y="1404540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 rot="16200000">
            <a:off x="1566654" y="4983591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-44213" y="2934527"/>
            <a:ext cx="2372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PART 2</a:t>
            </a:r>
            <a:endParaRPr lang="zh-CN" altLang="en-US" sz="4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485210" y="5481711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24431" y="4010983"/>
            <a:ext cx="2128520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Hello World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输出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407337" y="400633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875665" y="1503045"/>
            <a:ext cx="10440670" cy="802640"/>
            <a:chOff x="-5936833" y="4674188"/>
            <a:chExt cx="7632065" cy="802640"/>
          </a:xfrm>
        </p:grpSpPr>
        <p:sp>
          <p:nvSpPr>
            <p:cNvPr id="35" name="TextBox 18"/>
            <p:cNvSpPr txBox="1"/>
            <p:nvPr/>
          </p:nvSpPr>
          <p:spPr>
            <a:xfrm>
              <a:off x="-5936833" y="4674188"/>
              <a:ext cx="246570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Hello World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输出：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6" name="学论网-www.xuelun.me"/>
            <p:cNvSpPr txBox="1"/>
            <p:nvPr/>
          </p:nvSpPr>
          <p:spPr>
            <a:xfrm>
              <a:off x="-5164673" y="5107893"/>
              <a:ext cx="685990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Font typeface="Arial" panose="020B0604020202090204" pitchFamily="34" charset="0"/>
                <a:buChar char="•"/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2204543" y="576779"/>
            <a:ext cx="109220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sp>
        <p:nvSpPr>
          <p:cNvPr id="3" name="学论网-www.xuelun.me"/>
          <p:cNvSpPr txBox="1"/>
          <p:nvPr/>
        </p:nvSpPr>
        <p:spPr>
          <a:xfrm>
            <a:off x="2058980" y="4102735"/>
            <a:ext cx="9384355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p>
            <a:pPr marL="171450" indent="-171450">
              <a:lnSpc>
                <a:spcPct val="200000"/>
              </a:lnSpc>
              <a:buFont typeface="Arial" panose="020B0604020202090204" pitchFamily="34" charset="0"/>
              <a:buChar char="•"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 descr="微信图片_20250929214051_15_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355" y="927100"/>
            <a:ext cx="7332980" cy="5690870"/>
          </a:xfrm>
          <a:prstGeom prst="rect">
            <a:avLst/>
          </a:prstGeom>
        </p:spPr>
      </p:pic>
      <p:sp>
        <p:nvSpPr>
          <p:cNvPr id="8" name="学论网-www.xuelun.me"/>
          <p:cNvSpPr txBox="1"/>
          <p:nvPr/>
        </p:nvSpPr>
        <p:spPr>
          <a:xfrm>
            <a:off x="1815465" y="1936750"/>
            <a:ext cx="1818005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rPr>
              <a:t>开发平台：微信开发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rPr>
              <a:t>平台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-97121" y="1253167"/>
            <a:ext cx="2559495" cy="4063749"/>
            <a:chOff x="1022470" y="1481251"/>
            <a:chExt cx="2066102" cy="4063749"/>
          </a:xfrm>
        </p:grpSpPr>
        <p:sp>
          <p:nvSpPr>
            <p:cNvPr id="19" name="任意多边形: 形状 185"/>
            <p:cNvSpPr/>
            <p:nvPr/>
          </p:nvSpPr>
          <p:spPr>
            <a:xfrm rot="16200000">
              <a:off x="64703" y="2439018"/>
              <a:ext cx="3981636" cy="2066102"/>
            </a:xfrm>
            <a:custGeom>
              <a:avLst/>
              <a:gdLst>
                <a:gd name="connsiteX0" fmla="*/ 0 w 3968423"/>
                <a:gd name="connsiteY0" fmla="*/ 0 h 1933574"/>
                <a:gd name="connsiteX1" fmla="*/ 3968423 w 3968423"/>
                <a:gd name="connsiteY1" fmla="*/ 0 h 1933574"/>
                <a:gd name="connsiteX2" fmla="*/ 3946431 w 3968423"/>
                <a:gd name="connsiteY2" fmla="*/ 161996 h 1933574"/>
                <a:gd name="connsiteX3" fmla="*/ 1984212 w 3968423"/>
                <a:gd name="connsiteY3" fmla="*/ 1933574 h 1933574"/>
                <a:gd name="connsiteX4" fmla="*/ 21992 w 3968423"/>
                <a:gd name="connsiteY4" fmla="*/ 161996 h 1933574"/>
                <a:gd name="connsiteX0-1" fmla="*/ 0 w 3968423"/>
                <a:gd name="connsiteY0-2" fmla="*/ 19051 h 1952625"/>
                <a:gd name="connsiteX1-3" fmla="*/ 304945 w 3968423"/>
                <a:gd name="connsiteY1-4" fmla="*/ 0 h 1952625"/>
                <a:gd name="connsiteX2-5" fmla="*/ 3968423 w 3968423"/>
                <a:gd name="connsiteY2-6" fmla="*/ 19051 h 1952625"/>
                <a:gd name="connsiteX3-7" fmla="*/ 3946431 w 3968423"/>
                <a:gd name="connsiteY3-8" fmla="*/ 181047 h 1952625"/>
                <a:gd name="connsiteX4-9" fmla="*/ 1984212 w 3968423"/>
                <a:gd name="connsiteY4-10" fmla="*/ 1952625 h 1952625"/>
                <a:gd name="connsiteX5" fmla="*/ 21992 w 3968423"/>
                <a:gd name="connsiteY5" fmla="*/ 181047 h 1952625"/>
                <a:gd name="connsiteX6" fmla="*/ 0 w 3968423"/>
                <a:gd name="connsiteY6" fmla="*/ 19051 h 1952625"/>
                <a:gd name="connsiteX0-11" fmla="*/ 0 w 3968423"/>
                <a:gd name="connsiteY0-12" fmla="*/ 0 h 1933574"/>
                <a:gd name="connsiteX1-13" fmla="*/ 3968423 w 3968423"/>
                <a:gd name="connsiteY1-14" fmla="*/ 0 h 1933574"/>
                <a:gd name="connsiteX2-15" fmla="*/ 3946431 w 3968423"/>
                <a:gd name="connsiteY2-16" fmla="*/ 161996 h 1933574"/>
                <a:gd name="connsiteX3-17" fmla="*/ 1984212 w 3968423"/>
                <a:gd name="connsiteY3-18" fmla="*/ 1933574 h 1933574"/>
                <a:gd name="connsiteX4-19" fmla="*/ 21992 w 3968423"/>
                <a:gd name="connsiteY4-20" fmla="*/ 161996 h 1933574"/>
                <a:gd name="connsiteX5-21" fmla="*/ 0 w 3968423"/>
                <a:gd name="connsiteY5-22" fmla="*/ 0 h 1933574"/>
                <a:gd name="connsiteX0-23" fmla="*/ 0 w 3968423"/>
                <a:gd name="connsiteY0-24" fmla="*/ 14289 h 1947863"/>
                <a:gd name="connsiteX1-25" fmla="*/ 328757 w 3968423"/>
                <a:gd name="connsiteY1-26" fmla="*/ 0 h 1947863"/>
                <a:gd name="connsiteX2-27" fmla="*/ 3968423 w 3968423"/>
                <a:gd name="connsiteY2-28" fmla="*/ 14289 h 1947863"/>
                <a:gd name="connsiteX3-29" fmla="*/ 3946431 w 3968423"/>
                <a:gd name="connsiteY3-30" fmla="*/ 176285 h 1947863"/>
                <a:gd name="connsiteX4-31" fmla="*/ 1984212 w 3968423"/>
                <a:gd name="connsiteY4-32" fmla="*/ 1947863 h 1947863"/>
                <a:gd name="connsiteX5-33" fmla="*/ 21992 w 3968423"/>
                <a:gd name="connsiteY5-34" fmla="*/ 176285 h 1947863"/>
                <a:gd name="connsiteX6-35" fmla="*/ 0 w 3968423"/>
                <a:gd name="connsiteY6-36" fmla="*/ 14289 h 1947863"/>
                <a:gd name="connsiteX0-37" fmla="*/ 328757 w 3968423"/>
                <a:gd name="connsiteY0-38" fmla="*/ 0 h 1947863"/>
                <a:gd name="connsiteX1-39" fmla="*/ 3968423 w 3968423"/>
                <a:gd name="connsiteY1-40" fmla="*/ 14289 h 1947863"/>
                <a:gd name="connsiteX2-41" fmla="*/ 3946431 w 3968423"/>
                <a:gd name="connsiteY2-42" fmla="*/ 176285 h 1947863"/>
                <a:gd name="connsiteX3-43" fmla="*/ 1984212 w 3968423"/>
                <a:gd name="connsiteY3-44" fmla="*/ 1947863 h 1947863"/>
                <a:gd name="connsiteX4-45" fmla="*/ 21992 w 3968423"/>
                <a:gd name="connsiteY4-46" fmla="*/ 176285 h 1947863"/>
                <a:gd name="connsiteX5-47" fmla="*/ 0 w 3968423"/>
                <a:gd name="connsiteY5-48" fmla="*/ 14289 h 1947863"/>
                <a:gd name="connsiteX6-49" fmla="*/ 420197 w 3968423"/>
                <a:gd name="connsiteY6-50" fmla="*/ 91440 h 1947863"/>
                <a:gd name="connsiteX0-51" fmla="*/ 328757 w 3968423"/>
                <a:gd name="connsiteY0-52" fmla="*/ 0 h 1947863"/>
                <a:gd name="connsiteX1-53" fmla="*/ 3968423 w 3968423"/>
                <a:gd name="connsiteY1-54" fmla="*/ 14289 h 1947863"/>
                <a:gd name="connsiteX2-55" fmla="*/ 3946431 w 3968423"/>
                <a:gd name="connsiteY2-56" fmla="*/ 176285 h 1947863"/>
                <a:gd name="connsiteX3-57" fmla="*/ 1984212 w 3968423"/>
                <a:gd name="connsiteY3-58" fmla="*/ 1947863 h 1947863"/>
                <a:gd name="connsiteX4-59" fmla="*/ 21992 w 3968423"/>
                <a:gd name="connsiteY4-60" fmla="*/ 176285 h 1947863"/>
                <a:gd name="connsiteX5-61" fmla="*/ 0 w 3968423"/>
                <a:gd name="connsiteY5-62" fmla="*/ 14289 h 1947863"/>
                <a:gd name="connsiteX0-63" fmla="*/ 3968423 w 3968423"/>
                <a:gd name="connsiteY0-64" fmla="*/ 0 h 1933574"/>
                <a:gd name="connsiteX1-65" fmla="*/ 3946431 w 3968423"/>
                <a:gd name="connsiteY1-66" fmla="*/ 161996 h 1933574"/>
                <a:gd name="connsiteX2-67" fmla="*/ 1984212 w 3968423"/>
                <a:gd name="connsiteY2-68" fmla="*/ 1933574 h 1933574"/>
                <a:gd name="connsiteX3-69" fmla="*/ 21992 w 3968423"/>
                <a:gd name="connsiteY3-70" fmla="*/ 161996 h 1933574"/>
                <a:gd name="connsiteX4-71" fmla="*/ 0 w 3968423"/>
                <a:gd name="connsiteY4-72" fmla="*/ 0 h 1933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68423" h="1933574">
                  <a:moveTo>
                    <a:pt x="3968423" y="0"/>
                  </a:moveTo>
                  <a:lnTo>
                    <a:pt x="3946431" y="161996"/>
                  </a:lnTo>
                  <a:cubicBezTo>
                    <a:pt x="3764638" y="1172055"/>
                    <a:pt x="2955217" y="1933574"/>
                    <a:pt x="1984212" y="1933574"/>
                  </a:cubicBezTo>
                  <a:cubicBezTo>
                    <a:pt x="1013203" y="1933574"/>
                    <a:pt x="203783" y="1172055"/>
                    <a:pt x="21992" y="161996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86"/>
            <p:cNvSpPr/>
            <p:nvPr/>
          </p:nvSpPr>
          <p:spPr>
            <a:xfrm rot="16200000">
              <a:off x="101594" y="2669337"/>
              <a:ext cx="3914225" cy="1837102"/>
            </a:xfrm>
            <a:custGeom>
              <a:avLst/>
              <a:gdLst>
                <a:gd name="connsiteX0" fmla="*/ 0 w 3901235"/>
                <a:gd name="connsiteY0" fmla="*/ 0 h 1719263"/>
                <a:gd name="connsiteX1" fmla="*/ 3901235 w 3901235"/>
                <a:gd name="connsiteY1" fmla="*/ 0 h 1719263"/>
                <a:gd name="connsiteX2" fmla="*/ 3871510 w 3901235"/>
                <a:gd name="connsiteY2" fmla="*/ 134033 h 1719263"/>
                <a:gd name="connsiteX3" fmla="*/ 1950618 w 3901235"/>
                <a:gd name="connsiteY3" fmla="*/ 1719263 h 1719263"/>
                <a:gd name="connsiteX4" fmla="*/ 29725 w 3901235"/>
                <a:gd name="connsiteY4" fmla="*/ 134033 h 1719263"/>
                <a:gd name="connsiteX0-1" fmla="*/ 0 w 3901235"/>
                <a:gd name="connsiteY0-2" fmla="*/ 4764 h 1724027"/>
                <a:gd name="connsiteX1-3" fmla="*/ 971439 w 3901235"/>
                <a:gd name="connsiteY1-4" fmla="*/ 0 h 1724027"/>
                <a:gd name="connsiteX2-5" fmla="*/ 3901235 w 3901235"/>
                <a:gd name="connsiteY2-6" fmla="*/ 4764 h 1724027"/>
                <a:gd name="connsiteX3-7" fmla="*/ 3871510 w 3901235"/>
                <a:gd name="connsiteY3-8" fmla="*/ 138797 h 1724027"/>
                <a:gd name="connsiteX4-9" fmla="*/ 1950618 w 3901235"/>
                <a:gd name="connsiteY4-10" fmla="*/ 1724027 h 1724027"/>
                <a:gd name="connsiteX5" fmla="*/ 29725 w 3901235"/>
                <a:gd name="connsiteY5" fmla="*/ 138797 h 1724027"/>
                <a:gd name="connsiteX6" fmla="*/ 0 w 3901235"/>
                <a:gd name="connsiteY6" fmla="*/ 4764 h 1724027"/>
                <a:gd name="connsiteX0-11" fmla="*/ 971439 w 3901235"/>
                <a:gd name="connsiteY0-12" fmla="*/ 0 h 1724027"/>
                <a:gd name="connsiteX1-13" fmla="*/ 3901235 w 3901235"/>
                <a:gd name="connsiteY1-14" fmla="*/ 4764 h 1724027"/>
                <a:gd name="connsiteX2-15" fmla="*/ 3871510 w 3901235"/>
                <a:gd name="connsiteY2-16" fmla="*/ 138797 h 1724027"/>
                <a:gd name="connsiteX3-17" fmla="*/ 1950618 w 3901235"/>
                <a:gd name="connsiteY3-18" fmla="*/ 1724027 h 1724027"/>
                <a:gd name="connsiteX4-19" fmla="*/ 29725 w 3901235"/>
                <a:gd name="connsiteY4-20" fmla="*/ 138797 h 1724027"/>
                <a:gd name="connsiteX5-21" fmla="*/ 0 w 3901235"/>
                <a:gd name="connsiteY5-22" fmla="*/ 4764 h 1724027"/>
                <a:gd name="connsiteX6-23" fmla="*/ 1062879 w 3901235"/>
                <a:gd name="connsiteY6-24" fmla="*/ 91440 h 1724027"/>
                <a:gd name="connsiteX0-25" fmla="*/ 971439 w 3901235"/>
                <a:gd name="connsiteY0-26" fmla="*/ 0 h 1724027"/>
                <a:gd name="connsiteX1-27" fmla="*/ 3901235 w 3901235"/>
                <a:gd name="connsiteY1-28" fmla="*/ 4764 h 1724027"/>
                <a:gd name="connsiteX2-29" fmla="*/ 3871510 w 3901235"/>
                <a:gd name="connsiteY2-30" fmla="*/ 138797 h 1724027"/>
                <a:gd name="connsiteX3-31" fmla="*/ 1950618 w 3901235"/>
                <a:gd name="connsiteY3-32" fmla="*/ 1724027 h 1724027"/>
                <a:gd name="connsiteX4-33" fmla="*/ 29725 w 3901235"/>
                <a:gd name="connsiteY4-34" fmla="*/ 138797 h 1724027"/>
                <a:gd name="connsiteX5-35" fmla="*/ 0 w 3901235"/>
                <a:gd name="connsiteY5-36" fmla="*/ 4764 h 1724027"/>
                <a:gd name="connsiteX0-37" fmla="*/ 3901235 w 3901235"/>
                <a:gd name="connsiteY0-38" fmla="*/ 0 h 1719263"/>
                <a:gd name="connsiteX1-39" fmla="*/ 3871510 w 3901235"/>
                <a:gd name="connsiteY1-40" fmla="*/ 134033 h 1719263"/>
                <a:gd name="connsiteX2-41" fmla="*/ 1950618 w 3901235"/>
                <a:gd name="connsiteY2-42" fmla="*/ 1719263 h 1719263"/>
                <a:gd name="connsiteX3-43" fmla="*/ 29725 w 3901235"/>
                <a:gd name="connsiteY3-44" fmla="*/ 134033 h 1719263"/>
                <a:gd name="connsiteX4-45" fmla="*/ 0 w 3901235"/>
                <a:gd name="connsiteY4-46" fmla="*/ 0 h 17192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01235" h="1719263">
                  <a:moveTo>
                    <a:pt x="3901235" y="0"/>
                  </a:moveTo>
                  <a:lnTo>
                    <a:pt x="3871510" y="134033"/>
                  </a:lnTo>
                  <a:cubicBezTo>
                    <a:pt x="3629235" y="1049959"/>
                    <a:pt x="2860935" y="1719263"/>
                    <a:pt x="1950618" y="1719263"/>
                  </a:cubicBezTo>
                  <a:cubicBezTo>
                    <a:pt x="1040298" y="1719263"/>
                    <a:pt x="271998" y="1049959"/>
                    <a:pt x="29725" y="134033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AC4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1" name="椭圆 20"/>
          <p:cNvSpPr/>
          <p:nvPr/>
        </p:nvSpPr>
        <p:spPr>
          <a:xfrm>
            <a:off x="-759511" y="1885309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4007576" y="1481250"/>
            <a:ext cx="0" cy="3737552"/>
          </a:xfrm>
          <a:prstGeom prst="line">
            <a:avLst/>
          </a:prstGeom>
          <a:ln w="19050">
            <a:solidFill>
              <a:srgbClr val="AC42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664422" y="2274461"/>
            <a:ext cx="4754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6000" kern="1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552141" y="4118298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前端展示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135047" y="4113647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012308" y="4118298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后端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展示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595214" y="4113647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</a:t>
            </a:r>
            <a:endParaRPr lang="en-US" altLang="zh-CN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0" name="任意多边形: 形状 120"/>
          <p:cNvSpPr/>
          <p:nvPr/>
        </p:nvSpPr>
        <p:spPr>
          <a:xfrm rot="18201767">
            <a:off x="2498891" y="1017834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 rot="16200000">
            <a:off x="6536383" y="1404540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 rot="16200000">
            <a:off x="1566654" y="4983591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-44213" y="2934527"/>
            <a:ext cx="237253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PART 3</a:t>
            </a:r>
            <a:endParaRPr lang="zh-CN" altLang="en-US" sz="4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85210" y="5481711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ldLvl="0" animBg="1"/>
      <p:bldP spid="28" grpId="0"/>
      <p:bldP spid="2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3633293" y="597099"/>
            <a:ext cx="120269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90110" y="955536"/>
            <a:ext cx="7632065" cy="1541145"/>
            <a:chOff x="-5936833" y="4674188"/>
            <a:chExt cx="7632065" cy="1541145"/>
          </a:xfrm>
        </p:grpSpPr>
        <p:sp>
          <p:nvSpPr>
            <p:cNvPr id="4" name="TextBox 18"/>
            <p:cNvSpPr txBox="1"/>
            <p:nvPr/>
          </p:nvSpPr>
          <p:spPr>
            <a:xfrm>
              <a:off x="-5936833" y="4674188"/>
              <a:ext cx="397954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项目名称：活动报名缴费小程序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" name="学论网-www.xuelun.me"/>
            <p:cNvSpPr txBox="1"/>
            <p:nvPr/>
          </p:nvSpPr>
          <p:spPr>
            <a:xfrm>
              <a:off x="-5164673" y="5107893"/>
              <a:ext cx="6859905" cy="1107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20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项目简介：随着移动互联网和智能手机的普及，人们习惯使用手机进行各种活动。传统的纸质报名表格和线下缴费方式变得相对繁琐，而数字化报名与缴费小程序提供了更便捷的解决方案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  <a:p>
              <a:pPr>
                <a:lnSpc>
                  <a:spcPct val="20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 flipH="1">
            <a:off x="7273599" y="5325715"/>
            <a:ext cx="5044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881660" y="6333470"/>
            <a:ext cx="106426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3512966" y="5879481"/>
            <a:ext cx="5044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3003696" y="4827505"/>
            <a:ext cx="5044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025091" y="3033251"/>
            <a:ext cx="858109" cy="216620"/>
            <a:chOff x="4470269" y="1661160"/>
            <a:chExt cx="1290451" cy="262890"/>
          </a:xfrm>
        </p:grpSpPr>
        <p:cxnSp>
          <p:nvCxnSpPr>
            <p:cNvPr id="12" name="直接连接符 11"/>
            <p:cNvCxnSpPr/>
            <p:nvPr/>
          </p:nvCxnSpPr>
          <p:spPr>
            <a:xfrm flipH="1" flipV="1">
              <a:off x="5410200" y="1661160"/>
              <a:ext cx="350520" cy="2628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470269" y="1663541"/>
              <a:ext cx="9423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 flipH="1">
            <a:off x="6675496" y="3142264"/>
            <a:ext cx="728346" cy="216620"/>
            <a:chOff x="4255294" y="1661160"/>
            <a:chExt cx="1505426" cy="262890"/>
          </a:xfrm>
        </p:grpSpPr>
        <p:cxnSp>
          <p:nvCxnSpPr>
            <p:cNvPr id="15" name="直接连接符 14"/>
            <p:cNvCxnSpPr/>
            <p:nvPr/>
          </p:nvCxnSpPr>
          <p:spPr>
            <a:xfrm flipH="1" flipV="1">
              <a:off x="5410200" y="1661160"/>
              <a:ext cx="350520" cy="2628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4255294" y="1663541"/>
              <a:ext cx="115728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21"/>
          <p:cNvGrpSpPr/>
          <p:nvPr/>
        </p:nvGrpSpPr>
        <p:grpSpPr bwMode="auto">
          <a:xfrm>
            <a:off x="4883404" y="4115769"/>
            <a:ext cx="1462300" cy="2133927"/>
            <a:chOff x="0" y="0"/>
            <a:chExt cx="1335" cy="1947"/>
          </a:xfrm>
          <a:solidFill>
            <a:srgbClr val="AC4243"/>
          </a:solidFill>
        </p:grpSpPr>
        <p:sp>
          <p:nvSpPr>
            <p:cNvPr id="30" name="Freeform 22"/>
            <p:cNvSpPr>
              <a:spLocks noEditPoints="1"/>
            </p:cNvSpPr>
            <p:nvPr/>
          </p:nvSpPr>
          <p:spPr bwMode="auto">
            <a:xfrm>
              <a:off x="0" y="0"/>
              <a:ext cx="1335" cy="1609"/>
            </a:xfrm>
            <a:custGeom>
              <a:avLst/>
              <a:gdLst>
                <a:gd name="T0" fmla="*/ 282 w 565"/>
                <a:gd name="T1" fmla="*/ 0 h 681"/>
                <a:gd name="T2" fmla="*/ 0 w 565"/>
                <a:gd name="T3" fmla="*/ 283 h 681"/>
                <a:gd name="T4" fmla="*/ 72 w 565"/>
                <a:gd name="T5" fmla="*/ 472 h 681"/>
                <a:gd name="T6" fmla="*/ 72 w 565"/>
                <a:gd name="T7" fmla="*/ 472 h 681"/>
                <a:gd name="T8" fmla="*/ 73 w 565"/>
                <a:gd name="T9" fmla="*/ 473 h 681"/>
                <a:gd name="T10" fmla="*/ 85 w 565"/>
                <a:gd name="T11" fmla="*/ 486 h 681"/>
                <a:gd name="T12" fmla="*/ 151 w 565"/>
                <a:gd name="T13" fmla="*/ 568 h 681"/>
                <a:gd name="T14" fmla="*/ 232 w 565"/>
                <a:gd name="T15" fmla="*/ 681 h 681"/>
                <a:gd name="T16" fmla="*/ 275 w 565"/>
                <a:gd name="T17" fmla="*/ 681 h 681"/>
                <a:gd name="T18" fmla="*/ 289 w 565"/>
                <a:gd name="T19" fmla="*/ 681 h 681"/>
                <a:gd name="T20" fmla="*/ 332 w 565"/>
                <a:gd name="T21" fmla="*/ 681 h 681"/>
                <a:gd name="T22" fmla="*/ 414 w 565"/>
                <a:gd name="T23" fmla="*/ 568 h 681"/>
                <a:gd name="T24" fmla="*/ 477 w 565"/>
                <a:gd name="T25" fmla="*/ 488 h 681"/>
                <a:gd name="T26" fmla="*/ 565 w 565"/>
                <a:gd name="T27" fmla="*/ 283 h 681"/>
                <a:gd name="T28" fmla="*/ 282 w 565"/>
                <a:gd name="T29" fmla="*/ 0 h 681"/>
                <a:gd name="T30" fmla="*/ 388 w 565"/>
                <a:gd name="T31" fmla="*/ 410 h 681"/>
                <a:gd name="T32" fmla="*/ 354 w 565"/>
                <a:gd name="T33" fmla="*/ 455 h 681"/>
                <a:gd name="T34" fmla="*/ 309 w 565"/>
                <a:gd name="T35" fmla="*/ 520 h 681"/>
                <a:gd name="T36" fmla="*/ 286 w 565"/>
                <a:gd name="T37" fmla="*/ 520 h 681"/>
                <a:gd name="T38" fmla="*/ 279 w 565"/>
                <a:gd name="T39" fmla="*/ 520 h 681"/>
                <a:gd name="T40" fmla="*/ 255 w 565"/>
                <a:gd name="T41" fmla="*/ 520 h 681"/>
                <a:gd name="T42" fmla="*/ 211 w 565"/>
                <a:gd name="T43" fmla="*/ 455 h 681"/>
                <a:gd name="T44" fmla="*/ 176 w 565"/>
                <a:gd name="T45" fmla="*/ 408 h 681"/>
                <a:gd name="T46" fmla="*/ 169 w 565"/>
                <a:gd name="T47" fmla="*/ 401 h 681"/>
                <a:gd name="T48" fmla="*/ 168 w 565"/>
                <a:gd name="T49" fmla="*/ 400 h 681"/>
                <a:gd name="T50" fmla="*/ 168 w 565"/>
                <a:gd name="T51" fmla="*/ 400 h 681"/>
                <a:gd name="T52" fmla="*/ 129 w 565"/>
                <a:gd name="T53" fmla="*/ 292 h 681"/>
                <a:gd name="T54" fmla="*/ 282 w 565"/>
                <a:gd name="T55" fmla="*/ 129 h 681"/>
                <a:gd name="T56" fmla="*/ 436 w 565"/>
                <a:gd name="T57" fmla="*/ 292 h 681"/>
                <a:gd name="T58" fmla="*/ 388 w 565"/>
                <a:gd name="T59" fmla="*/ 41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65" h="681">
                  <a:moveTo>
                    <a:pt x="282" y="0"/>
                  </a:moveTo>
                  <a:cubicBezTo>
                    <a:pt x="126" y="0"/>
                    <a:pt x="0" y="127"/>
                    <a:pt x="0" y="283"/>
                  </a:cubicBezTo>
                  <a:cubicBezTo>
                    <a:pt x="0" y="356"/>
                    <a:pt x="27" y="422"/>
                    <a:pt x="72" y="472"/>
                  </a:cubicBezTo>
                  <a:cubicBezTo>
                    <a:pt x="72" y="472"/>
                    <a:pt x="72" y="472"/>
                    <a:pt x="72" y="472"/>
                  </a:cubicBezTo>
                  <a:cubicBezTo>
                    <a:pt x="72" y="472"/>
                    <a:pt x="72" y="473"/>
                    <a:pt x="73" y="473"/>
                  </a:cubicBezTo>
                  <a:cubicBezTo>
                    <a:pt x="77" y="478"/>
                    <a:pt x="81" y="482"/>
                    <a:pt x="85" y="486"/>
                  </a:cubicBezTo>
                  <a:cubicBezTo>
                    <a:pt x="102" y="504"/>
                    <a:pt x="131" y="536"/>
                    <a:pt x="151" y="568"/>
                  </a:cubicBezTo>
                  <a:cubicBezTo>
                    <a:pt x="180" y="615"/>
                    <a:pt x="165" y="681"/>
                    <a:pt x="232" y="681"/>
                  </a:cubicBezTo>
                  <a:cubicBezTo>
                    <a:pt x="275" y="681"/>
                    <a:pt x="275" y="681"/>
                    <a:pt x="275" y="681"/>
                  </a:cubicBezTo>
                  <a:cubicBezTo>
                    <a:pt x="289" y="681"/>
                    <a:pt x="289" y="681"/>
                    <a:pt x="289" y="681"/>
                  </a:cubicBezTo>
                  <a:cubicBezTo>
                    <a:pt x="332" y="681"/>
                    <a:pt x="332" y="681"/>
                    <a:pt x="332" y="681"/>
                  </a:cubicBezTo>
                  <a:cubicBezTo>
                    <a:pt x="399" y="681"/>
                    <a:pt x="385" y="615"/>
                    <a:pt x="414" y="568"/>
                  </a:cubicBezTo>
                  <a:cubicBezTo>
                    <a:pt x="433" y="538"/>
                    <a:pt x="460" y="507"/>
                    <a:pt x="477" y="488"/>
                  </a:cubicBezTo>
                  <a:cubicBezTo>
                    <a:pt x="531" y="437"/>
                    <a:pt x="565" y="364"/>
                    <a:pt x="565" y="283"/>
                  </a:cubicBezTo>
                  <a:cubicBezTo>
                    <a:pt x="565" y="127"/>
                    <a:pt x="439" y="0"/>
                    <a:pt x="282" y="0"/>
                  </a:cubicBezTo>
                  <a:close/>
                  <a:moveTo>
                    <a:pt x="388" y="410"/>
                  </a:moveTo>
                  <a:cubicBezTo>
                    <a:pt x="379" y="420"/>
                    <a:pt x="364" y="438"/>
                    <a:pt x="354" y="455"/>
                  </a:cubicBezTo>
                  <a:cubicBezTo>
                    <a:pt x="338" y="482"/>
                    <a:pt x="346" y="520"/>
                    <a:pt x="309" y="520"/>
                  </a:cubicBezTo>
                  <a:cubicBezTo>
                    <a:pt x="286" y="520"/>
                    <a:pt x="286" y="520"/>
                    <a:pt x="286" y="520"/>
                  </a:cubicBezTo>
                  <a:cubicBezTo>
                    <a:pt x="279" y="520"/>
                    <a:pt x="279" y="520"/>
                    <a:pt x="279" y="520"/>
                  </a:cubicBezTo>
                  <a:cubicBezTo>
                    <a:pt x="255" y="520"/>
                    <a:pt x="255" y="520"/>
                    <a:pt x="255" y="520"/>
                  </a:cubicBezTo>
                  <a:cubicBezTo>
                    <a:pt x="219" y="520"/>
                    <a:pt x="227" y="482"/>
                    <a:pt x="211" y="455"/>
                  </a:cubicBezTo>
                  <a:cubicBezTo>
                    <a:pt x="201" y="437"/>
                    <a:pt x="185" y="419"/>
                    <a:pt x="176" y="408"/>
                  </a:cubicBezTo>
                  <a:cubicBezTo>
                    <a:pt x="173" y="406"/>
                    <a:pt x="171" y="403"/>
                    <a:pt x="169" y="401"/>
                  </a:cubicBezTo>
                  <a:cubicBezTo>
                    <a:pt x="169" y="401"/>
                    <a:pt x="168" y="400"/>
                    <a:pt x="168" y="400"/>
                  </a:cubicBezTo>
                  <a:cubicBezTo>
                    <a:pt x="168" y="400"/>
                    <a:pt x="168" y="400"/>
                    <a:pt x="168" y="400"/>
                  </a:cubicBezTo>
                  <a:cubicBezTo>
                    <a:pt x="144" y="371"/>
                    <a:pt x="129" y="333"/>
                    <a:pt x="129" y="292"/>
                  </a:cubicBezTo>
                  <a:cubicBezTo>
                    <a:pt x="129" y="202"/>
                    <a:pt x="198" y="129"/>
                    <a:pt x="282" y="129"/>
                  </a:cubicBezTo>
                  <a:cubicBezTo>
                    <a:pt x="367" y="129"/>
                    <a:pt x="436" y="202"/>
                    <a:pt x="436" y="292"/>
                  </a:cubicBezTo>
                  <a:cubicBezTo>
                    <a:pt x="436" y="338"/>
                    <a:pt x="417" y="380"/>
                    <a:pt x="388" y="410"/>
                  </a:cubicBezTo>
                  <a:close/>
                </a:path>
              </a:pathLst>
            </a:custGeom>
            <a:grpFill/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442" y="1621"/>
              <a:ext cx="449" cy="108"/>
            </a:xfrm>
            <a:custGeom>
              <a:avLst/>
              <a:gdLst>
                <a:gd name="T0" fmla="*/ 168 w 190"/>
                <a:gd name="T1" fmla="*/ 0 h 46"/>
                <a:gd name="T2" fmla="*/ 20 w 190"/>
                <a:gd name="T3" fmla="*/ 0 h 46"/>
                <a:gd name="T4" fmla="*/ 0 w 190"/>
                <a:gd name="T5" fmla="*/ 23 h 46"/>
                <a:gd name="T6" fmla="*/ 0 w 190"/>
                <a:gd name="T7" fmla="*/ 24 h 46"/>
                <a:gd name="T8" fmla="*/ 20 w 190"/>
                <a:gd name="T9" fmla="*/ 46 h 46"/>
                <a:gd name="T10" fmla="*/ 168 w 190"/>
                <a:gd name="T11" fmla="*/ 46 h 46"/>
                <a:gd name="T12" fmla="*/ 190 w 190"/>
                <a:gd name="T13" fmla="*/ 24 h 46"/>
                <a:gd name="T14" fmla="*/ 190 w 190"/>
                <a:gd name="T15" fmla="*/ 23 h 46"/>
                <a:gd name="T16" fmla="*/ 168 w 190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46">
                  <a:moveTo>
                    <a:pt x="168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2"/>
                    <a:pt x="0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5"/>
                    <a:pt x="9" y="46"/>
                    <a:pt x="20" y="46"/>
                  </a:cubicBezTo>
                  <a:cubicBezTo>
                    <a:pt x="168" y="46"/>
                    <a:pt x="168" y="46"/>
                    <a:pt x="168" y="46"/>
                  </a:cubicBezTo>
                  <a:cubicBezTo>
                    <a:pt x="180" y="46"/>
                    <a:pt x="190" y="35"/>
                    <a:pt x="190" y="24"/>
                  </a:cubicBezTo>
                  <a:cubicBezTo>
                    <a:pt x="190" y="23"/>
                    <a:pt x="190" y="23"/>
                    <a:pt x="190" y="23"/>
                  </a:cubicBezTo>
                  <a:cubicBezTo>
                    <a:pt x="190" y="12"/>
                    <a:pt x="180" y="0"/>
                    <a:pt x="168" y="0"/>
                  </a:cubicBezTo>
                  <a:close/>
                </a:path>
              </a:pathLst>
            </a:custGeom>
            <a:grpFill/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442" y="1748"/>
              <a:ext cx="449" cy="199"/>
            </a:xfrm>
            <a:custGeom>
              <a:avLst/>
              <a:gdLst>
                <a:gd name="T0" fmla="*/ 168 w 190"/>
                <a:gd name="T1" fmla="*/ 0 h 84"/>
                <a:gd name="T2" fmla="*/ 20 w 190"/>
                <a:gd name="T3" fmla="*/ 0 h 84"/>
                <a:gd name="T4" fmla="*/ 0 w 190"/>
                <a:gd name="T5" fmla="*/ 22 h 84"/>
                <a:gd name="T6" fmla="*/ 0 w 190"/>
                <a:gd name="T7" fmla="*/ 22 h 84"/>
                <a:gd name="T8" fmla="*/ 20 w 190"/>
                <a:gd name="T9" fmla="*/ 41 h 84"/>
                <a:gd name="T10" fmla="*/ 48 w 190"/>
                <a:gd name="T11" fmla="*/ 41 h 84"/>
                <a:gd name="T12" fmla="*/ 48 w 190"/>
                <a:gd name="T13" fmla="*/ 46 h 84"/>
                <a:gd name="T14" fmla="*/ 95 w 190"/>
                <a:gd name="T15" fmla="*/ 84 h 84"/>
                <a:gd name="T16" fmla="*/ 141 w 190"/>
                <a:gd name="T17" fmla="*/ 46 h 84"/>
                <a:gd name="T18" fmla="*/ 141 w 190"/>
                <a:gd name="T19" fmla="*/ 41 h 84"/>
                <a:gd name="T20" fmla="*/ 168 w 190"/>
                <a:gd name="T21" fmla="*/ 41 h 84"/>
                <a:gd name="T22" fmla="*/ 190 w 190"/>
                <a:gd name="T23" fmla="*/ 22 h 84"/>
                <a:gd name="T24" fmla="*/ 190 w 190"/>
                <a:gd name="T25" fmla="*/ 22 h 84"/>
                <a:gd name="T26" fmla="*/ 168 w 190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84">
                  <a:moveTo>
                    <a:pt x="168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3"/>
                    <a:pt x="9" y="41"/>
                    <a:pt x="20" y="41"/>
                  </a:cubicBezTo>
                  <a:cubicBezTo>
                    <a:pt x="48" y="41"/>
                    <a:pt x="48" y="41"/>
                    <a:pt x="48" y="41"/>
                  </a:cubicBezTo>
                  <a:cubicBezTo>
                    <a:pt x="48" y="43"/>
                    <a:pt x="48" y="44"/>
                    <a:pt x="48" y="46"/>
                  </a:cubicBezTo>
                  <a:cubicBezTo>
                    <a:pt x="48" y="67"/>
                    <a:pt x="69" y="84"/>
                    <a:pt x="95" y="84"/>
                  </a:cubicBezTo>
                  <a:cubicBezTo>
                    <a:pt x="120" y="84"/>
                    <a:pt x="141" y="67"/>
                    <a:pt x="141" y="46"/>
                  </a:cubicBezTo>
                  <a:cubicBezTo>
                    <a:pt x="141" y="44"/>
                    <a:pt x="141" y="43"/>
                    <a:pt x="141" y="41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80" y="41"/>
                    <a:pt x="190" y="33"/>
                    <a:pt x="190" y="22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0" y="11"/>
                    <a:pt x="180" y="0"/>
                    <a:pt x="168" y="0"/>
                  </a:cubicBezTo>
                  <a:close/>
                </a:path>
              </a:pathLst>
            </a:custGeom>
            <a:grpFill/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3" name="Freeform 25"/>
            <p:cNvSpPr>
              <a:spLocks noEditPoints="1"/>
            </p:cNvSpPr>
            <p:nvPr/>
          </p:nvSpPr>
          <p:spPr bwMode="auto">
            <a:xfrm>
              <a:off x="560" y="605"/>
              <a:ext cx="215" cy="276"/>
            </a:xfrm>
            <a:custGeom>
              <a:avLst/>
              <a:gdLst>
                <a:gd name="T0" fmla="*/ 88 w 91"/>
                <a:gd name="T1" fmla="*/ 0 h 117"/>
                <a:gd name="T2" fmla="*/ 3 w 91"/>
                <a:gd name="T3" fmla="*/ 0 h 117"/>
                <a:gd name="T4" fmla="*/ 0 w 91"/>
                <a:gd name="T5" fmla="*/ 3 h 117"/>
                <a:gd name="T6" fmla="*/ 0 w 91"/>
                <a:gd name="T7" fmla="*/ 114 h 117"/>
                <a:gd name="T8" fmla="*/ 3 w 91"/>
                <a:gd name="T9" fmla="*/ 116 h 117"/>
                <a:gd name="T10" fmla="*/ 43 w 91"/>
                <a:gd name="T11" fmla="*/ 92 h 117"/>
                <a:gd name="T12" fmla="*/ 48 w 91"/>
                <a:gd name="T13" fmla="*/ 92 h 117"/>
                <a:gd name="T14" fmla="*/ 88 w 91"/>
                <a:gd name="T15" fmla="*/ 116 h 117"/>
                <a:gd name="T16" fmla="*/ 91 w 91"/>
                <a:gd name="T17" fmla="*/ 114 h 117"/>
                <a:gd name="T18" fmla="*/ 91 w 91"/>
                <a:gd name="T19" fmla="*/ 3 h 117"/>
                <a:gd name="T20" fmla="*/ 88 w 91"/>
                <a:gd name="T21" fmla="*/ 0 h 117"/>
                <a:gd name="T22" fmla="*/ 65 w 91"/>
                <a:gd name="T23" fmla="*/ 49 h 117"/>
                <a:gd name="T24" fmla="*/ 62 w 91"/>
                <a:gd name="T25" fmla="*/ 53 h 117"/>
                <a:gd name="T26" fmla="*/ 50 w 91"/>
                <a:gd name="T27" fmla="*/ 53 h 117"/>
                <a:gd name="T28" fmla="*/ 50 w 91"/>
                <a:gd name="T29" fmla="*/ 64 h 117"/>
                <a:gd name="T30" fmla="*/ 47 w 91"/>
                <a:gd name="T31" fmla="*/ 67 h 117"/>
                <a:gd name="T32" fmla="*/ 44 w 91"/>
                <a:gd name="T33" fmla="*/ 67 h 117"/>
                <a:gd name="T34" fmla="*/ 41 w 91"/>
                <a:gd name="T35" fmla="*/ 64 h 117"/>
                <a:gd name="T36" fmla="*/ 41 w 91"/>
                <a:gd name="T37" fmla="*/ 53 h 117"/>
                <a:gd name="T38" fmla="*/ 29 w 91"/>
                <a:gd name="T39" fmla="*/ 53 h 117"/>
                <a:gd name="T40" fmla="*/ 26 w 91"/>
                <a:gd name="T41" fmla="*/ 49 h 117"/>
                <a:gd name="T42" fmla="*/ 26 w 91"/>
                <a:gd name="T43" fmla="*/ 46 h 117"/>
                <a:gd name="T44" fmla="*/ 29 w 91"/>
                <a:gd name="T45" fmla="*/ 43 h 117"/>
                <a:gd name="T46" fmla="*/ 41 w 91"/>
                <a:gd name="T47" fmla="*/ 43 h 117"/>
                <a:gd name="T48" fmla="*/ 41 w 91"/>
                <a:gd name="T49" fmla="*/ 31 h 117"/>
                <a:gd name="T50" fmla="*/ 44 w 91"/>
                <a:gd name="T51" fmla="*/ 28 h 117"/>
                <a:gd name="T52" fmla="*/ 47 w 91"/>
                <a:gd name="T53" fmla="*/ 28 h 117"/>
                <a:gd name="T54" fmla="*/ 50 w 91"/>
                <a:gd name="T55" fmla="*/ 31 h 117"/>
                <a:gd name="T56" fmla="*/ 50 w 91"/>
                <a:gd name="T57" fmla="*/ 43 h 117"/>
                <a:gd name="T58" fmla="*/ 62 w 91"/>
                <a:gd name="T59" fmla="*/ 43 h 117"/>
                <a:gd name="T60" fmla="*/ 65 w 91"/>
                <a:gd name="T61" fmla="*/ 46 h 117"/>
                <a:gd name="T62" fmla="*/ 65 w 91"/>
                <a:gd name="T63" fmla="*/ 4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117">
                  <a:moveTo>
                    <a:pt x="8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1" y="117"/>
                    <a:pt x="3" y="116"/>
                  </a:cubicBezTo>
                  <a:cubicBezTo>
                    <a:pt x="43" y="92"/>
                    <a:pt x="43" y="92"/>
                    <a:pt x="43" y="92"/>
                  </a:cubicBezTo>
                  <a:cubicBezTo>
                    <a:pt x="44" y="91"/>
                    <a:pt x="47" y="91"/>
                    <a:pt x="48" y="92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90" y="117"/>
                    <a:pt x="91" y="116"/>
                    <a:pt x="91" y="114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1" y="1"/>
                    <a:pt x="89" y="0"/>
                    <a:pt x="88" y="0"/>
                  </a:cubicBezTo>
                  <a:close/>
                  <a:moveTo>
                    <a:pt x="65" y="49"/>
                  </a:moveTo>
                  <a:cubicBezTo>
                    <a:pt x="65" y="51"/>
                    <a:pt x="64" y="53"/>
                    <a:pt x="62" y="53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6"/>
                    <a:pt x="49" y="67"/>
                    <a:pt x="47" y="67"/>
                  </a:cubicBezTo>
                  <a:cubicBezTo>
                    <a:pt x="44" y="67"/>
                    <a:pt x="44" y="67"/>
                    <a:pt x="44" y="67"/>
                  </a:cubicBezTo>
                  <a:cubicBezTo>
                    <a:pt x="42" y="67"/>
                    <a:pt x="41" y="66"/>
                    <a:pt x="41" y="6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7" y="53"/>
                    <a:pt x="26" y="51"/>
                    <a:pt x="26" y="49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4"/>
                    <a:pt x="27" y="43"/>
                    <a:pt x="29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1" y="29"/>
                    <a:pt x="42" y="28"/>
                    <a:pt x="44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9" y="28"/>
                    <a:pt x="50" y="29"/>
                    <a:pt x="50" y="3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64" y="43"/>
                    <a:pt x="65" y="44"/>
                    <a:pt x="65" y="46"/>
                  </a:cubicBezTo>
                  <a:lnTo>
                    <a:pt x="65" y="4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" name="Freeform 26"/>
            <p:cNvSpPr/>
            <p:nvPr/>
          </p:nvSpPr>
          <p:spPr bwMode="auto">
            <a:xfrm>
              <a:off x="621" y="543"/>
              <a:ext cx="215" cy="279"/>
            </a:xfrm>
            <a:custGeom>
              <a:avLst/>
              <a:gdLst>
                <a:gd name="T0" fmla="*/ 87 w 91"/>
                <a:gd name="T1" fmla="*/ 0 h 118"/>
                <a:gd name="T2" fmla="*/ 91 w 91"/>
                <a:gd name="T3" fmla="*/ 3 h 118"/>
                <a:gd name="T4" fmla="*/ 91 w 91"/>
                <a:gd name="T5" fmla="*/ 115 h 118"/>
                <a:gd name="T6" fmla="*/ 88 w 91"/>
                <a:gd name="T7" fmla="*/ 117 h 118"/>
                <a:gd name="T8" fmla="*/ 77 w 91"/>
                <a:gd name="T9" fmla="*/ 109 h 118"/>
                <a:gd name="T10" fmla="*/ 75 w 91"/>
                <a:gd name="T11" fmla="*/ 104 h 118"/>
                <a:gd name="T12" fmla="*/ 75 w 91"/>
                <a:gd name="T13" fmla="*/ 19 h 118"/>
                <a:gd name="T14" fmla="*/ 71 w 91"/>
                <a:gd name="T15" fmla="*/ 16 h 118"/>
                <a:gd name="T16" fmla="*/ 3 w 91"/>
                <a:gd name="T17" fmla="*/ 16 h 118"/>
                <a:gd name="T18" fmla="*/ 0 w 91"/>
                <a:gd name="T19" fmla="*/ 13 h 118"/>
                <a:gd name="T20" fmla="*/ 0 w 91"/>
                <a:gd name="T21" fmla="*/ 3 h 118"/>
                <a:gd name="T22" fmla="*/ 3 w 91"/>
                <a:gd name="T23" fmla="*/ 0 h 118"/>
                <a:gd name="T24" fmla="*/ 87 w 91"/>
                <a:gd name="T2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118">
                  <a:moveTo>
                    <a:pt x="87" y="0"/>
                  </a:moveTo>
                  <a:cubicBezTo>
                    <a:pt x="89" y="0"/>
                    <a:pt x="91" y="2"/>
                    <a:pt x="91" y="3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17"/>
                    <a:pt x="89" y="118"/>
                    <a:pt x="88" y="117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6" y="108"/>
                    <a:pt x="75" y="106"/>
                    <a:pt x="75" y="104"/>
                  </a:cubicBezTo>
                  <a:cubicBezTo>
                    <a:pt x="75" y="19"/>
                    <a:pt x="75" y="19"/>
                    <a:pt x="75" y="19"/>
                  </a:cubicBezTo>
                  <a:cubicBezTo>
                    <a:pt x="75" y="18"/>
                    <a:pt x="73" y="16"/>
                    <a:pt x="71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6"/>
                    <a:pt x="0" y="15"/>
                    <a:pt x="0" y="1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lnTo>
                    <a:pt x="8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20" name="Freeform 28"/>
          <p:cNvSpPr/>
          <p:nvPr/>
        </p:nvSpPr>
        <p:spPr bwMode="auto">
          <a:xfrm>
            <a:off x="5240814" y="3035506"/>
            <a:ext cx="744681" cy="960804"/>
          </a:xfrm>
          <a:custGeom>
            <a:avLst/>
            <a:gdLst>
              <a:gd name="T0" fmla="*/ 44 w 250"/>
              <a:gd name="T1" fmla="*/ 81 h 323"/>
              <a:gd name="T2" fmla="*/ 44 w 250"/>
              <a:gd name="T3" fmla="*/ 242 h 323"/>
              <a:gd name="T4" fmla="*/ 44 w 250"/>
              <a:gd name="T5" fmla="*/ 242 h 323"/>
              <a:gd name="T6" fmla="*/ 125 w 250"/>
              <a:gd name="T7" fmla="*/ 323 h 323"/>
              <a:gd name="T8" fmla="*/ 206 w 250"/>
              <a:gd name="T9" fmla="*/ 242 h 323"/>
              <a:gd name="T10" fmla="*/ 206 w 250"/>
              <a:gd name="T11" fmla="*/ 242 h 323"/>
              <a:gd name="T12" fmla="*/ 206 w 250"/>
              <a:gd name="T13" fmla="*/ 81 h 323"/>
              <a:gd name="T14" fmla="*/ 125 w 250"/>
              <a:gd name="T15" fmla="*/ 0 h 323"/>
              <a:gd name="T16" fmla="*/ 44 w 250"/>
              <a:gd name="T17" fmla="*/ 81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" h="323">
                <a:moveTo>
                  <a:pt x="44" y="81"/>
                </a:moveTo>
                <a:cubicBezTo>
                  <a:pt x="0" y="125"/>
                  <a:pt x="0" y="197"/>
                  <a:pt x="44" y="242"/>
                </a:cubicBezTo>
                <a:cubicBezTo>
                  <a:pt x="44" y="242"/>
                  <a:pt x="44" y="242"/>
                  <a:pt x="44" y="242"/>
                </a:cubicBezTo>
                <a:cubicBezTo>
                  <a:pt x="125" y="323"/>
                  <a:pt x="125" y="323"/>
                  <a:pt x="125" y="323"/>
                </a:cubicBezTo>
                <a:cubicBezTo>
                  <a:pt x="206" y="242"/>
                  <a:pt x="206" y="242"/>
                  <a:pt x="206" y="242"/>
                </a:cubicBezTo>
                <a:cubicBezTo>
                  <a:pt x="206" y="242"/>
                  <a:pt x="206" y="242"/>
                  <a:pt x="206" y="242"/>
                </a:cubicBezTo>
                <a:cubicBezTo>
                  <a:pt x="250" y="197"/>
                  <a:pt x="250" y="125"/>
                  <a:pt x="206" y="81"/>
                </a:cubicBezTo>
                <a:cubicBezTo>
                  <a:pt x="125" y="0"/>
                  <a:pt x="125" y="0"/>
                  <a:pt x="125" y="0"/>
                </a:cubicBezTo>
                <a:lnTo>
                  <a:pt x="44" y="81"/>
                </a:lnTo>
                <a:close/>
              </a:path>
            </a:pathLst>
          </a:custGeom>
          <a:solidFill>
            <a:srgbClr val="AC4243"/>
          </a:soli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1" name="Freeform 29"/>
          <p:cNvSpPr/>
          <p:nvPr/>
        </p:nvSpPr>
        <p:spPr bwMode="auto">
          <a:xfrm>
            <a:off x="4297364" y="5508677"/>
            <a:ext cx="677959" cy="677556"/>
          </a:xfrm>
          <a:custGeom>
            <a:avLst/>
            <a:gdLst>
              <a:gd name="T0" fmla="*/ 114 w 228"/>
              <a:gd name="T1" fmla="*/ 0 h 228"/>
              <a:gd name="T2" fmla="*/ 0 w 228"/>
              <a:gd name="T3" fmla="*/ 114 h 228"/>
              <a:gd name="T4" fmla="*/ 0 w 228"/>
              <a:gd name="T5" fmla="*/ 114 h 228"/>
              <a:gd name="T6" fmla="*/ 0 w 228"/>
              <a:gd name="T7" fmla="*/ 228 h 228"/>
              <a:gd name="T8" fmla="*/ 114 w 228"/>
              <a:gd name="T9" fmla="*/ 228 h 228"/>
              <a:gd name="T10" fmla="*/ 114 w 228"/>
              <a:gd name="T11" fmla="*/ 228 h 228"/>
              <a:gd name="T12" fmla="*/ 228 w 228"/>
              <a:gd name="T13" fmla="*/ 114 h 228"/>
              <a:gd name="T14" fmla="*/ 228 w 228"/>
              <a:gd name="T15" fmla="*/ 0 h 228"/>
              <a:gd name="T16" fmla="*/ 114 w 228"/>
              <a:gd name="T17" fmla="*/ 0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8" h="228">
                <a:moveTo>
                  <a:pt x="114" y="0"/>
                </a:moveTo>
                <a:cubicBezTo>
                  <a:pt x="51" y="0"/>
                  <a:pt x="0" y="51"/>
                  <a:pt x="0" y="114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228"/>
                  <a:pt x="0" y="228"/>
                  <a:pt x="0" y="228"/>
                </a:cubicBezTo>
                <a:cubicBezTo>
                  <a:pt x="114" y="228"/>
                  <a:pt x="114" y="228"/>
                  <a:pt x="114" y="228"/>
                </a:cubicBezTo>
                <a:cubicBezTo>
                  <a:pt x="114" y="228"/>
                  <a:pt x="114" y="228"/>
                  <a:pt x="114" y="228"/>
                </a:cubicBezTo>
                <a:cubicBezTo>
                  <a:pt x="177" y="228"/>
                  <a:pt x="228" y="177"/>
                  <a:pt x="228" y="114"/>
                </a:cubicBezTo>
                <a:cubicBezTo>
                  <a:pt x="228" y="0"/>
                  <a:pt x="228" y="0"/>
                  <a:pt x="228" y="0"/>
                </a:cubicBezTo>
                <a:lnTo>
                  <a:pt x="114" y="0"/>
                </a:lnTo>
                <a:close/>
              </a:path>
            </a:pathLst>
          </a:custGeom>
          <a:solidFill>
            <a:srgbClr val="AC4243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2" name="Freeform 30"/>
          <p:cNvSpPr/>
          <p:nvPr/>
        </p:nvSpPr>
        <p:spPr bwMode="auto">
          <a:xfrm>
            <a:off x="6232322" y="5508677"/>
            <a:ext cx="677959" cy="677556"/>
          </a:xfrm>
          <a:custGeom>
            <a:avLst/>
            <a:gdLst>
              <a:gd name="T0" fmla="*/ 228 w 228"/>
              <a:gd name="T1" fmla="*/ 114 h 228"/>
              <a:gd name="T2" fmla="*/ 114 w 228"/>
              <a:gd name="T3" fmla="*/ 0 h 228"/>
              <a:gd name="T4" fmla="*/ 114 w 228"/>
              <a:gd name="T5" fmla="*/ 0 h 228"/>
              <a:gd name="T6" fmla="*/ 0 w 228"/>
              <a:gd name="T7" fmla="*/ 0 h 228"/>
              <a:gd name="T8" fmla="*/ 0 w 228"/>
              <a:gd name="T9" fmla="*/ 114 h 228"/>
              <a:gd name="T10" fmla="*/ 0 w 228"/>
              <a:gd name="T11" fmla="*/ 114 h 228"/>
              <a:gd name="T12" fmla="*/ 114 w 228"/>
              <a:gd name="T13" fmla="*/ 228 h 228"/>
              <a:gd name="T14" fmla="*/ 228 w 228"/>
              <a:gd name="T15" fmla="*/ 228 h 228"/>
              <a:gd name="T16" fmla="*/ 228 w 228"/>
              <a:gd name="T17" fmla="*/ 114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8" h="228">
                <a:moveTo>
                  <a:pt x="228" y="114"/>
                </a:moveTo>
                <a:cubicBezTo>
                  <a:pt x="228" y="51"/>
                  <a:pt x="177" y="0"/>
                  <a:pt x="114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77"/>
                  <a:pt x="51" y="228"/>
                  <a:pt x="114" y="228"/>
                </a:cubicBezTo>
                <a:cubicBezTo>
                  <a:pt x="228" y="228"/>
                  <a:pt x="228" y="228"/>
                  <a:pt x="228" y="228"/>
                </a:cubicBezTo>
                <a:lnTo>
                  <a:pt x="228" y="114"/>
                </a:lnTo>
                <a:close/>
              </a:path>
            </a:pathLst>
          </a:custGeom>
          <a:solidFill>
            <a:srgbClr val="AC4243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3" name="Freeform 31"/>
          <p:cNvSpPr/>
          <p:nvPr/>
        </p:nvSpPr>
        <p:spPr bwMode="auto">
          <a:xfrm>
            <a:off x="4297364" y="3569804"/>
            <a:ext cx="677959" cy="677556"/>
          </a:xfrm>
          <a:custGeom>
            <a:avLst/>
            <a:gdLst>
              <a:gd name="T0" fmla="*/ 228 w 228"/>
              <a:gd name="T1" fmla="*/ 114 h 228"/>
              <a:gd name="T2" fmla="*/ 114 w 228"/>
              <a:gd name="T3" fmla="*/ 0 h 228"/>
              <a:gd name="T4" fmla="*/ 114 w 228"/>
              <a:gd name="T5" fmla="*/ 0 h 228"/>
              <a:gd name="T6" fmla="*/ 0 w 228"/>
              <a:gd name="T7" fmla="*/ 0 h 228"/>
              <a:gd name="T8" fmla="*/ 0 w 228"/>
              <a:gd name="T9" fmla="*/ 114 h 228"/>
              <a:gd name="T10" fmla="*/ 0 w 228"/>
              <a:gd name="T11" fmla="*/ 114 h 228"/>
              <a:gd name="T12" fmla="*/ 114 w 228"/>
              <a:gd name="T13" fmla="*/ 228 h 228"/>
              <a:gd name="T14" fmla="*/ 228 w 228"/>
              <a:gd name="T15" fmla="*/ 228 h 228"/>
              <a:gd name="T16" fmla="*/ 228 w 228"/>
              <a:gd name="T17" fmla="*/ 114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8" h="228">
                <a:moveTo>
                  <a:pt x="228" y="114"/>
                </a:moveTo>
                <a:cubicBezTo>
                  <a:pt x="228" y="51"/>
                  <a:pt x="177" y="0"/>
                  <a:pt x="114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77"/>
                  <a:pt x="51" y="228"/>
                  <a:pt x="114" y="228"/>
                </a:cubicBezTo>
                <a:cubicBezTo>
                  <a:pt x="228" y="228"/>
                  <a:pt x="228" y="228"/>
                  <a:pt x="228" y="228"/>
                </a:cubicBezTo>
                <a:lnTo>
                  <a:pt x="228" y="114"/>
                </a:lnTo>
                <a:close/>
              </a:path>
            </a:pathLst>
          </a:custGeom>
          <a:solidFill>
            <a:srgbClr val="AC4243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4" name="Freeform 32"/>
          <p:cNvSpPr/>
          <p:nvPr/>
        </p:nvSpPr>
        <p:spPr bwMode="auto">
          <a:xfrm>
            <a:off x="3767782" y="4498877"/>
            <a:ext cx="963980" cy="744285"/>
          </a:xfrm>
          <a:custGeom>
            <a:avLst/>
            <a:gdLst>
              <a:gd name="T0" fmla="*/ 242 w 323"/>
              <a:gd name="T1" fmla="*/ 45 h 250"/>
              <a:gd name="T2" fmla="*/ 81 w 323"/>
              <a:gd name="T3" fmla="*/ 45 h 250"/>
              <a:gd name="T4" fmla="*/ 81 w 323"/>
              <a:gd name="T5" fmla="*/ 45 h 250"/>
              <a:gd name="T6" fmla="*/ 0 w 323"/>
              <a:gd name="T7" fmla="*/ 125 h 250"/>
              <a:gd name="T8" fmla="*/ 81 w 323"/>
              <a:gd name="T9" fmla="*/ 206 h 250"/>
              <a:gd name="T10" fmla="*/ 81 w 323"/>
              <a:gd name="T11" fmla="*/ 206 h 250"/>
              <a:gd name="T12" fmla="*/ 242 w 323"/>
              <a:gd name="T13" fmla="*/ 206 h 250"/>
              <a:gd name="T14" fmla="*/ 323 w 323"/>
              <a:gd name="T15" fmla="*/ 125 h 250"/>
              <a:gd name="T16" fmla="*/ 242 w 323"/>
              <a:gd name="T17" fmla="*/ 45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250">
                <a:moveTo>
                  <a:pt x="242" y="45"/>
                </a:moveTo>
                <a:cubicBezTo>
                  <a:pt x="197" y="0"/>
                  <a:pt x="125" y="0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0" y="125"/>
                  <a:pt x="0" y="125"/>
                  <a:pt x="0" y="125"/>
                </a:cubicBezTo>
                <a:cubicBezTo>
                  <a:pt x="81" y="206"/>
                  <a:pt x="81" y="206"/>
                  <a:pt x="81" y="206"/>
                </a:cubicBezTo>
                <a:cubicBezTo>
                  <a:pt x="81" y="206"/>
                  <a:pt x="81" y="206"/>
                  <a:pt x="81" y="206"/>
                </a:cubicBezTo>
                <a:cubicBezTo>
                  <a:pt x="125" y="250"/>
                  <a:pt x="197" y="250"/>
                  <a:pt x="242" y="206"/>
                </a:cubicBezTo>
                <a:cubicBezTo>
                  <a:pt x="323" y="125"/>
                  <a:pt x="323" y="125"/>
                  <a:pt x="323" y="125"/>
                </a:cubicBezTo>
                <a:lnTo>
                  <a:pt x="242" y="45"/>
                </a:lnTo>
                <a:close/>
              </a:path>
            </a:pathLst>
          </a:custGeom>
          <a:solidFill>
            <a:srgbClr val="AC4243"/>
          </a:soli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5" name="Freeform 33"/>
          <p:cNvSpPr/>
          <p:nvPr/>
        </p:nvSpPr>
        <p:spPr bwMode="auto">
          <a:xfrm>
            <a:off x="6493147" y="4498877"/>
            <a:ext cx="963980" cy="744285"/>
          </a:xfrm>
          <a:custGeom>
            <a:avLst/>
            <a:gdLst>
              <a:gd name="T0" fmla="*/ 242 w 323"/>
              <a:gd name="T1" fmla="*/ 45 h 250"/>
              <a:gd name="T2" fmla="*/ 81 w 323"/>
              <a:gd name="T3" fmla="*/ 45 h 250"/>
              <a:gd name="T4" fmla="*/ 81 w 323"/>
              <a:gd name="T5" fmla="*/ 45 h 250"/>
              <a:gd name="T6" fmla="*/ 0 w 323"/>
              <a:gd name="T7" fmla="*/ 125 h 250"/>
              <a:gd name="T8" fmla="*/ 81 w 323"/>
              <a:gd name="T9" fmla="*/ 206 h 250"/>
              <a:gd name="T10" fmla="*/ 81 w 323"/>
              <a:gd name="T11" fmla="*/ 206 h 250"/>
              <a:gd name="T12" fmla="*/ 242 w 323"/>
              <a:gd name="T13" fmla="*/ 206 h 250"/>
              <a:gd name="T14" fmla="*/ 323 w 323"/>
              <a:gd name="T15" fmla="*/ 125 h 250"/>
              <a:gd name="T16" fmla="*/ 242 w 323"/>
              <a:gd name="T17" fmla="*/ 45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3" h="250">
                <a:moveTo>
                  <a:pt x="242" y="45"/>
                </a:moveTo>
                <a:cubicBezTo>
                  <a:pt x="198" y="0"/>
                  <a:pt x="126" y="0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0" y="125"/>
                  <a:pt x="0" y="125"/>
                  <a:pt x="0" y="125"/>
                </a:cubicBezTo>
                <a:cubicBezTo>
                  <a:pt x="81" y="206"/>
                  <a:pt x="81" y="206"/>
                  <a:pt x="81" y="206"/>
                </a:cubicBezTo>
                <a:cubicBezTo>
                  <a:pt x="81" y="206"/>
                  <a:pt x="81" y="206"/>
                  <a:pt x="81" y="206"/>
                </a:cubicBezTo>
                <a:cubicBezTo>
                  <a:pt x="126" y="250"/>
                  <a:pt x="198" y="250"/>
                  <a:pt x="242" y="206"/>
                </a:cubicBezTo>
                <a:cubicBezTo>
                  <a:pt x="323" y="125"/>
                  <a:pt x="323" y="125"/>
                  <a:pt x="323" y="125"/>
                </a:cubicBezTo>
                <a:lnTo>
                  <a:pt x="242" y="45"/>
                </a:lnTo>
                <a:close/>
              </a:path>
            </a:pathLst>
          </a:custGeom>
          <a:solidFill>
            <a:srgbClr val="AC4243"/>
          </a:soli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6" name="Freeform 34"/>
          <p:cNvSpPr/>
          <p:nvPr/>
        </p:nvSpPr>
        <p:spPr bwMode="auto">
          <a:xfrm>
            <a:off x="6232322" y="3569804"/>
            <a:ext cx="677959" cy="677556"/>
          </a:xfrm>
          <a:custGeom>
            <a:avLst/>
            <a:gdLst>
              <a:gd name="T0" fmla="*/ 114 w 228"/>
              <a:gd name="T1" fmla="*/ 228 h 228"/>
              <a:gd name="T2" fmla="*/ 228 w 228"/>
              <a:gd name="T3" fmla="*/ 114 h 228"/>
              <a:gd name="T4" fmla="*/ 228 w 228"/>
              <a:gd name="T5" fmla="*/ 114 h 228"/>
              <a:gd name="T6" fmla="*/ 228 w 228"/>
              <a:gd name="T7" fmla="*/ 0 h 228"/>
              <a:gd name="T8" fmla="*/ 114 w 228"/>
              <a:gd name="T9" fmla="*/ 0 h 228"/>
              <a:gd name="T10" fmla="*/ 114 w 228"/>
              <a:gd name="T11" fmla="*/ 0 h 228"/>
              <a:gd name="T12" fmla="*/ 0 w 228"/>
              <a:gd name="T13" fmla="*/ 114 h 228"/>
              <a:gd name="T14" fmla="*/ 0 w 228"/>
              <a:gd name="T15" fmla="*/ 228 h 228"/>
              <a:gd name="T16" fmla="*/ 114 w 228"/>
              <a:gd name="T17" fmla="*/ 228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8" h="228">
                <a:moveTo>
                  <a:pt x="114" y="228"/>
                </a:moveTo>
                <a:cubicBezTo>
                  <a:pt x="177" y="228"/>
                  <a:pt x="228" y="177"/>
                  <a:pt x="228" y="114"/>
                </a:cubicBezTo>
                <a:cubicBezTo>
                  <a:pt x="228" y="114"/>
                  <a:pt x="228" y="114"/>
                  <a:pt x="228" y="114"/>
                </a:cubicBezTo>
                <a:cubicBezTo>
                  <a:pt x="228" y="0"/>
                  <a:pt x="228" y="0"/>
                  <a:pt x="228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51" y="0"/>
                  <a:pt x="0" y="51"/>
                  <a:pt x="0" y="114"/>
                </a:cubicBezTo>
                <a:cubicBezTo>
                  <a:pt x="0" y="228"/>
                  <a:pt x="0" y="228"/>
                  <a:pt x="0" y="228"/>
                </a:cubicBezTo>
                <a:lnTo>
                  <a:pt x="114" y="228"/>
                </a:lnTo>
                <a:close/>
              </a:path>
            </a:pathLst>
          </a:custGeom>
          <a:solidFill>
            <a:srgbClr val="AC4243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7" name="Freeform 35"/>
          <p:cNvSpPr>
            <a:spLocks noEditPoints="1"/>
          </p:cNvSpPr>
          <p:nvPr/>
        </p:nvSpPr>
        <p:spPr bwMode="auto">
          <a:xfrm>
            <a:off x="6819295" y="4718196"/>
            <a:ext cx="311684" cy="311713"/>
          </a:xfrm>
          <a:custGeom>
            <a:avLst/>
            <a:gdLst>
              <a:gd name="T0" fmla="*/ 87 w 105"/>
              <a:gd name="T1" fmla="*/ 1 h 105"/>
              <a:gd name="T2" fmla="*/ 91 w 105"/>
              <a:gd name="T3" fmla="*/ 2 h 105"/>
              <a:gd name="T4" fmla="*/ 91 w 105"/>
              <a:gd name="T5" fmla="*/ 2 h 105"/>
              <a:gd name="T6" fmla="*/ 103 w 105"/>
              <a:gd name="T7" fmla="*/ 14 h 105"/>
              <a:gd name="T8" fmla="*/ 103 w 105"/>
              <a:gd name="T9" fmla="*/ 14 h 105"/>
              <a:gd name="T10" fmla="*/ 104 w 105"/>
              <a:gd name="T11" fmla="*/ 18 h 105"/>
              <a:gd name="T12" fmla="*/ 89 w 105"/>
              <a:gd name="T13" fmla="*/ 32 h 105"/>
              <a:gd name="T14" fmla="*/ 77 w 105"/>
              <a:gd name="T15" fmla="*/ 34 h 105"/>
              <a:gd name="T16" fmla="*/ 74 w 105"/>
              <a:gd name="T17" fmla="*/ 76 h 105"/>
              <a:gd name="T18" fmla="*/ 52 w 105"/>
              <a:gd name="T19" fmla="*/ 85 h 105"/>
              <a:gd name="T20" fmla="*/ 20 w 105"/>
              <a:gd name="T21" fmla="*/ 53 h 105"/>
              <a:gd name="T22" fmla="*/ 52 w 105"/>
              <a:gd name="T23" fmla="*/ 21 h 105"/>
              <a:gd name="T24" fmla="*/ 75 w 105"/>
              <a:gd name="T25" fmla="*/ 24 h 105"/>
              <a:gd name="T26" fmla="*/ 74 w 105"/>
              <a:gd name="T27" fmla="*/ 14 h 105"/>
              <a:gd name="T28" fmla="*/ 93 w 105"/>
              <a:gd name="T29" fmla="*/ 41 h 105"/>
              <a:gd name="T30" fmla="*/ 101 w 105"/>
              <a:gd name="T31" fmla="*/ 38 h 105"/>
              <a:gd name="T32" fmla="*/ 103 w 105"/>
              <a:gd name="T33" fmla="*/ 53 h 105"/>
              <a:gd name="T34" fmla="*/ 52 w 105"/>
              <a:gd name="T35" fmla="*/ 105 h 105"/>
              <a:gd name="T36" fmla="*/ 0 w 105"/>
              <a:gd name="T37" fmla="*/ 53 h 105"/>
              <a:gd name="T38" fmla="*/ 52 w 105"/>
              <a:gd name="T39" fmla="*/ 2 h 105"/>
              <a:gd name="T40" fmla="*/ 67 w 105"/>
              <a:gd name="T41" fmla="*/ 4 h 105"/>
              <a:gd name="T42" fmla="*/ 64 w 105"/>
              <a:gd name="T43" fmla="*/ 12 h 105"/>
              <a:gd name="T44" fmla="*/ 52 w 105"/>
              <a:gd name="T45" fmla="*/ 10 h 105"/>
              <a:gd name="T46" fmla="*/ 9 w 105"/>
              <a:gd name="T47" fmla="*/ 53 h 105"/>
              <a:gd name="T48" fmla="*/ 52 w 105"/>
              <a:gd name="T49" fmla="*/ 96 h 105"/>
              <a:gd name="T50" fmla="*/ 95 w 105"/>
              <a:gd name="T51" fmla="*/ 53 h 105"/>
              <a:gd name="T52" fmla="*/ 93 w 105"/>
              <a:gd name="T53" fmla="*/ 41 h 105"/>
              <a:gd name="T54" fmla="*/ 52 w 105"/>
              <a:gd name="T55" fmla="*/ 38 h 105"/>
              <a:gd name="T56" fmla="*/ 68 w 105"/>
              <a:gd name="T57" fmla="*/ 31 h 105"/>
              <a:gd name="T58" fmla="*/ 33 w 105"/>
              <a:gd name="T59" fmla="*/ 34 h 105"/>
              <a:gd name="T60" fmla="*/ 33 w 105"/>
              <a:gd name="T61" fmla="*/ 34 h 105"/>
              <a:gd name="T62" fmla="*/ 33 w 105"/>
              <a:gd name="T63" fmla="*/ 72 h 105"/>
              <a:gd name="T64" fmla="*/ 71 w 105"/>
              <a:gd name="T65" fmla="*/ 72 h 105"/>
              <a:gd name="T66" fmla="*/ 79 w 105"/>
              <a:gd name="T67" fmla="*/ 53 h 105"/>
              <a:gd name="T68" fmla="*/ 65 w 105"/>
              <a:gd name="T69" fmla="*/ 46 h 105"/>
              <a:gd name="T70" fmla="*/ 62 w 105"/>
              <a:gd name="T71" fmla="*/ 64 h 105"/>
              <a:gd name="T72" fmla="*/ 52 w 105"/>
              <a:gd name="T73" fmla="*/ 68 h 105"/>
              <a:gd name="T74" fmla="*/ 37 w 105"/>
              <a:gd name="T75" fmla="*/ 53 h 105"/>
              <a:gd name="T76" fmla="*/ 41 w 105"/>
              <a:gd name="T77" fmla="*/ 43 h 105"/>
              <a:gd name="T78" fmla="*/ 55 w 105"/>
              <a:gd name="T79" fmla="*/ 44 h 105"/>
              <a:gd name="T80" fmla="*/ 52 w 105"/>
              <a:gd name="T81" fmla="*/ 43 h 105"/>
              <a:gd name="T82" fmla="*/ 42 w 105"/>
              <a:gd name="T83" fmla="*/ 53 h 105"/>
              <a:gd name="T84" fmla="*/ 52 w 105"/>
              <a:gd name="T85" fmla="*/ 63 h 105"/>
              <a:gd name="T86" fmla="*/ 59 w 105"/>
              <a:gd name="T87" fmla="*/ 60 h 105"/>
              <a:gd name="T88" fmla="*/ 61 w 105"/>
              <a:gd name="T89" fmla="*/ 50 h 105"/>
              <a:gd name="T90" fmla="*/ 49 w 105"/>
              <a:gd name="T91" fmla="*/ 56 h 105"/>
              <a:gd name="T92" fmla="*/ 55 w 105"/>
              <a:gd name="T93" fmla="*/ 44 h 105"/>
              <a:gd name="T94" fmla="*/ 88 w 105"/>
              <a:gd name="T95" fmla="*/ 7 h 105"/>
              <a:gd name="T96" fmla="*/ 80 w 105"/>
              <a:gd name="T97" fmla="*/ 22 h 105"/>
              <a:gd name="T98" fmla="*/ 88 w 105"/>
              <a:gd name="T99" fmla="*/ 7 h 105"/>
              <a:gd name="T100" fmla="*/ 93 w 105"/>
              <a:gd name="T101" fmla="*/ 16 h 105"/>
              <a:gd name="T102" fmla="*/ 89 w 105"/>
              <a:gd name="T103" fmla="*/ 27 h 105"/>
              <a:gd name="T104" fmla="*/ 93 w 105"/>
              <a:gd name="T105" fmla="*/ 16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5" h="105">
                <a:moveTo>
                  <a:pt x="74" y="14"/>
                </a:moveTo>
                <a:cubicBezTo>
                  <a:pt x="87" y="1"/>
                  <a:pt x="87" y="1"/>
                  <a:pt x="87" y="1"/>
                </a:cubicBezTo>
                <a:cubicBezTo>
                  <a:pt x="88" y="0"/>
                  <a:pt x="90" y="0"/>
                  <a:pt x="91" y="1"/>
                </a:cubicBezTo>
                <a:cubicBezTo>
                  <a:pt x="91" y="1"/>
                  <a:pt x="91" y="1"/>
                  <a:pt x="91" y="2"/>
                </a:cubicBezTo>
                <a:cubicBezTo>
                  <a:pt x="91" y="2"/>
                  <a:pt x="91" y="2"/>
                  <a:pt x="91" y="2"/>
                </a:cubicBezTo>
                <a:cubicBezTo>
                  <a:pt x="91" y="2"/>
                  <a:pt x="91" y="2"/>
                  <a:pt x="91" y="2"/>
                </a:cubicBezTo>
                <a:cubicBezTo>
                  <a:pt x="94" y="11"/>
                  <a:pt x="94" y="11"/>
                  <a:pt x="94" y="11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5" y="15"/>
                  <a:pt x="105" y="17"/>
                  <a:pt x="104" y="18"/>
                </a:cubicBezTo>
                <a:cubicBezTo>
                  <a:pt x="91" y="31"/>
                  <a:pt x="91" y="31"/>
                  <a:pt x="91" y="31"/>
                </a:cubicBezTo>
                <a:cubicBezTo>
                  <a:pt x="90" y="32"/>
                  <a:pt x="89" y="32"/>
                  <a:pt x="89" y="32"/>
                </a:cubicBezTo>
                <a:cubicBezTo>
                  <a:pt x="81" y="30"/>
                  <a:pt x="81" y="30"/>
                  <a:pt x="81" y="30"/>
                </a:cubicBezTo>
                <a:cubicBezTo>
                  <a:pt x="77" y="34"/>
                  <a:pt x="77" y="34"/>
                  <a:pt x="77" y="34"/>
                </a:cubicBezTo>
                <a:cubicBezTo>
                  <a:pt x="81" y="39"/>
                  <a:pt x="84" y="46"/>
                  <a:pt x="84" y="53"/>
                </a:cubicBezTo>
                <a:cubicBezTo>
                  <a:pt x="84" y="62"/>
                  <a:pt x="80" y="70"/>
                  <a:pt x="74" y="76"/>
                </a:cubicBezTo>
                <a:cubicBezTo>
                  <a:pt x="74" y="76"/>
                  <a:pt x="74" y="76"/>
                  <a:pt x="74" y="76"/>
                </a:cubicBezTo>
                <a:cubicBezTo>
                  <a:pt x="69" y="82"/>
                  <a:pt x="61" y="85"/>
                  <a:pt x="52" y="85"/>
                </a:cubicBezTo>
                <a:cubicBezTo>
                  <a:pt x="43" y="85"/>
                  <a:pt x="35" y="82"/>
                  <a:pt x="29" y="76"/>
                </a:cubicBezTo>
                <a:cubicBezTo>
                  <a:pt x="23" y="70"/>
                  <a:pt x="20" y="62"/>
                  <a:pt x="20" y="53"/>
                </a:cubicBezTo>
                <a:cubicBezTo>
                  <a:pt x="20" y="44"/>
                  <a:pt x="23" y="36"/>
                  <a:pt x="29" y="31"/>
                </a:cubicBezTo>
                <a:cubicBezTo>
                  <a:pt x="35" y="25"/>
                  <a:pt x="43" y="21"/>
                  <a:pt x="52" y="21"/>
                </a:cubicBezTo>
                <a:cubicBezTo>
                  <a:pt x="59" y="21"/>
                  <a:pt x="66" y="24"/>
                  <a:pt x="71" y="28"/>
                </a:cubicBezTo>
                <a:cubicBezTo>
                  <a:pt x="75" y="24"/>
                  <a:pt x="75" y="24"/>
                  <a:pt x="75" y="24"/>
                </a:cubicBezTo>
                <a:cubicBezTo>
                  <a:pt x="73" y="16"/>
                  <a:pt x="73" y="16"/>
                  <a:pt x="73" y="16"/>
                </a:cubicBezTo>
                <a:cubicBezTo>
                  <a:pt x="73" y="16"/>
                  <a:pt x="73" y="15"/>
                  <a:pt x="74" y="14"/>
                </a:cubicBezTo>
                <a:close/>
                <a:moveTo>
                  <a:pt x="93" y="41"/>
                </a:moveTo>
                <a:cubicBezTo>
                  <a:pt x="93" y="41"/>
                  <a:pt x="93" y="41"/>
                  <a:pt x="93" y="41"/>
                </a:cubicBezTo>
                <a:cubicBezTo>
                  <a:pt x="93" y="38"/>
                  <a:pt x="94" y="36"/>
                  <a:pt x="96" y="35"/>
                </a:cubicBezTo>
                <a:cubicBezTo>
                  <a:pt x="98" y="35"/>
                  <a:pt x="101" y="36"/>
                  <a:pt x="101" y="38"/>
                </a:cubicBezTo>
                <a:cubicBezTo>
                  <a:pt x="102" y="41"/>
                  <a:pt x="102" y="43"/>
                  <a:pt x="103" y="46"/>
                </a:cubicBezTo>
                <a:cubicBezTo>
                  <a:pt x="103" y="48"/>
                  <a:pt x="103" y="51"/>
                  <a:pt x="103" y="53"/>
                </a:cubicBezTo>
                <a:cubicBezTo>
                  <a:pt x="103" y="67"/>
                  <a:pt x="98" y="80"/>
                  <a:pt x="88" y="90"/>
                </a:cubicBezTo>
                <a:cubicBezTo>
                  <a:pt x="79" y="99"/>
                  <a:pt x="66" y="105"/>
                  <a:pt x="52" y="105"/>
                </a:cubicBezTo>
                <a:cubicBezTo>
                  <a:pt x="38" y="105"/>
                  <a:pt x="25" y="99"/>
                  <a:pt x="15" y="90"/>
                </a:cubicBezTo>
                <a:cubicBezTo>
                  <a:pt x="6" y="80"/>
                  <a:pt x="0" y="67"/>
                  <a:pt x="0" y="53"/>
                </a:cubicBezTo>
                <a:cubicBezTo>
                  <a:pt x="0" y="39"/>
                  <a:pt x="6" y="26"/>
                  <a:pt x="15" y="17"/>
                </a:cubicBezTo>
                <a:cubicBezTo>
                  <a:pt x="25" y="7"/>
                  <a:pt x="38" y="2"/>
                  <a:pt x="52" y="2"/>
                </a:cubicBezTo>
                <a:cubicBezTo>
                  <a:pt x="54" y="2"/>
                  <a:pt x="57" y="2"/>
                  <a:pt x="59" y="2"/>
                </a:cubicBezTo>
                <a:cubicBezTo>
                  <a:pt x="62" y="3"/>
                  <a:pt x="64" y="3"/>
                  <a:pt x="67" y="4"/>
                </a:cubicBezTo>
                <a:cubicBezTo>
                  <a:pt x="69" y="4"/>
                  <a:pt x="70" y="7"/>
                  <a:pt x="70" y="9"/>
                </a:cubicBezTo>
                <a:cubicBezTo>
                  <a:pt x="69" y="11"/>
                  <a:pt x="67" y="12"/>
                  <a:pt x="64" y="12"/>
                </a:cubicBezTo>
                <a:cubicBezTo>
                  <a:pt x="62" y="11"/>
                  <a:pt x="60" y="11"/>
                  <a:pt x="58" y="10"/>
                </a:cubicBezTo>
                <a:cubicBezTo>
                  <a:pt x="56" y="10"/>
                  <a:pt x="54" y="10"/>
                  <a:pt x="52" y="10"/>
                </a:cubicBezTo>
                <a:cubicBezTo>
                  <a:pt x="40" y="10"/>
                  <a:pt x="29" y="15"/>
                  <a:pt x="21" y="22"/>
                </a:cubicBezTo>
                <a:cubicBezTo>
                  <a:pt x="13" y="30"/>
                  <a:pt x="9" y="41"/>
                  <a:pt x="9" y="53"/>
                </a:cubicBezTo>
                <a:cubicBezTo>
                  <a:pt x="9" y="65"/>
                  <a:pt x="13" y="76"/>
                  <a:pt x="21" y="84"/>
                </a:cubicBezTo>
                <a:cubicBezTo>
                  <a:pt x="29" y="92"/>
                  <a:pt x="40" y="96"/>
                  <a:pt x="52" y="96"/>
                </a:cubicBezTo>
                <a:cubicBezTo>
                  <a:pt x="64" y="96"/>
                  <a:pt x="75" y="92"/>
                  <a:pt x="82" y="84"/>
                </a:cubicBezTo>
                <a:cubicBezTo>
                  <a:pt x="90" y="76"/>
                  <a:pt x="95" y="65"/>
                  <a:pt x="95" y="53"/>
                </a:cubicBezTo>
                <a:cubicBezTo>
                  <a:pt x="95" y="51"/>
                  <a:pt x="95" y="49"/>
                  <a:pt x="95" y="47"/>
                </a:cubicBezTo>
                <a:cubicBezTo>
                  <a:pt x="94" y="45"/>
                  <a:pt x="94" y="43"/>
                  <a:pt x="93" y="41"/>
                </a:cubicBezTo>
                <a:close/>
                <a:moveTo>
                  <a:pt x="52" y="38"/>
                </a:moveTo>
                <a:cubicBezTo>
                  <a:pt x="52" y="38"/>
                  <a:pt x="52" y="38"/>
                  <a:pt x="52" y="38"/>
                </a:cubicBezTo>
                <a:cubicBezTo>
                  <a:pt x="54" y="38"/>
                  <a:pt x="57" y="39"/>
                  <a:pt x="59" y="40"/>
                </a:cubicBezTo>
                <a:cubicBezTo>
                  <a:pt x="68" y="31"/>
                  <a:pt x="68" y="31"/>
                  <a:pt x="68" y="31"/>
                </a:cubicBezTo>
                <a:cubicBezTo>
                  <a:pt x="63" y="28"/>
                  <a:pt x="58" y="26"/>
                  <a:pt x="52" y="26"/>
                </a:cubicBezTo>
                <a:cubicBezTo>
                  <a:pt x="44" y="26"/>
                  <a:pt x="38" y="29"/>
                  <a:pt x="33" y="34"/>
                </a:cubicBezTo>
                <a:cubicBezTo>
                  <a:pt x="33" y="34"/>
                  <a:pt x="33" y="34"/>
                  <a:pt x="33" y="34"/>
                </a:cubicBezTo>
                <a:cubicBezTo>
                  <a:pt x="33" y="34"/>
                  <a:pt x="33" y="34"/>
                  <a:pt x="33" y="34"/>
                </a:cubicBezTo>
                <a:cubicBezTo>
                  <a:pt x="28" y="39"/>
                  <a:pt x="25" y="46"/>
                  <a:pt x="25" y="53"/>
                </a:cubicBezTo>
                <a:cubicBezTo>
                  <a:pt x="25" y="61"/>
                  <a:pt x="28" y="67"/>
                  <a:pt x="33" y="72"/>
                </a:cubicBezTo>
                <a:cubicBezTo>
                  <a:pt x="38" y="77"/>
                  <a:pt x="44" y="80"/>
                  <a:pt x="52" y="80"/>
                </a:cubicBezTo>
                <a:cubicBezTo>
                  <a:pt x="59" y="80"/>
                  <a:pt x="66" y="77"/>
                  <a:pt x="71" y="72"/>
                </a:cubicBezTo>
                <a:cubicBezTo>
                  <a:pt x="71" y="72"/>
                  <a:pt x="71" y="72"/>
                  <a:pt x="71" y="72"/>
                </a:cubicBezTo>
                <a:cubicBezTo>
                  <a:pt x="76" y="67"/>
                  <a:pt x="79" y="61"/>
                  <a:pt x="79" y="53"/>
                </a:cubicBezTo>
                <a:cubicBezTo>
                  <a:pt x="79" y="47"/>
                  <a:pt x="77" y="42"/>
                  <a:pt x="74" y="37"/>
                </a:cubicBezTo>
                <a:cubicBezTo>
                  <a:pt x="65" y="46"/>
                  <a:pt x="65" y="46"/>
                  <a:pt x="65" y="46"/>
                </a:cubicBezTo>
                <a:cubicBezTo>
                  <a:pt x="66" y="48"/>
                  <a:pt x="67" y="51"/>
                  <a:pt x="67" y="53"/>
                </a:cubicBezTo>
                <a:cubicBezTo>
                  <a:pt x="67" y="57"/>
                  <a:pt x="65" y="61"/>
                  <a:pt x="62" y="64"/>
                </a:cubicBezTo>
                <a:cubicBezTo>
                  <a:pt x="62" y="64"/>
                  <a:pt x="62" y="64"/>
                  <a:pt x="62" y="64"/>
                </a:cubicBezTo>
                <a:cubicBezTo>
                  <a:pt x="60" y="66"/>
                  <a:pt x="56" y="68"/>
                  <a:pt x="52" y="68"/>
                </a:cubicBezTo>
                <a:cubicBezTo>
                  <a:pt x="48" y="68"/>
                  <a:pt x="44" y="66"/>
                  <a:pt x="41" y="64"/>
                </a:cubicBezTo>
                <a:cubicBezTo>
                  <a:pt x="39" y="61"/>
                  <a:pt x="37" y="57"/>
                  <a:pt x="37" y="53"/>
                </a:cubicBezTo>
                <a:cubicBezTo>
                  <a:pt x="37" y="49"/>
                  <a:pt x="39" y="45"/>
                  <a:pt x="41" y="43"/>
                </a:cubicBezTo>
                <a:cubicBezTo>
                  <a:pt x="41" y="43"/>
                  <a:pt x="41" y="43"/>
                  <a:pt x="41" y="43"/>
                </a:cubicBezTo>
                <a:cubicBezTo>
                  <a:pt x="44" y="40"/>
                  <a:pt x="48" y="38"/>
                  <a:pt x="52" y="38"/>
                </a:cubicBezTo>
                <a:close/>
                <a:moveTo>
                  <a:pt x="55" y="44"/>
                </a:moveTo>
                <a:cubicBezTo>
                  <a:pt x="55" y="44"/>
                  <a:pt x="55" y="44"/>
                  <a:pt x="55" y="44"/>
                </a:cubicBezTo>
                <a:cubicBezTo>
                  <a:pt x="54" y="43"/>
                  <a:pt x="53" y="43"/>
                  <a:pt x="52" y="43"/>
                </a:cubicBezTo>
                <a:cubicBezTo>
                  <a:pt x="49" y="43"/>
                  <a:pt x="47" y="44"/>
                  <a:pt x="45" y="46"/>
                </a:cubicBezTo>
                <a:cubicBezTo>
                  <a:pt x="43" y="48"/>
                  <a:pt x="42" y="50"/>
                  <a:pt x="42" y="53"/>
                </a:cubicBezTo>
                <a:cubicBezTo>
                  <a:pt x="42" y="56"/>
                  <a:pt x="43" y="58"/>
                  <a:pt x="45" y="60"/>
                </a:cubicBezTo>
                <a:cubicBezTo>
                  <a:pt x="47" y="62"/>
                  <a:pt x="49" y="63"/>
                  <a:pt x="52" y="63"/>
                </a:cubicBezTo>
                <a:cubicBezTo>
                  <a:pt x="55" y="63"/>
                  <a:pt x="57" y="62"/>
                  <a:pt x="59" y="60"/>
                </a:cubicBezTo>
                <a:cubicBezTo>
                  <a:pt x="59" y="60"/>
                  <a:pt x="59" y="60"/>
                  <a:pt x="59" y="60"/>
                </a:cubicBezTo>
                <a:cubicBezTo>
                  <a:pt x="61" y="58"/>
                  <a:pt x="62" y="56"/>
                  <a:pt x="62" y="53"/>
                </a:cubicBezTo>
                <a:cubicBezTo>
                  <a:pt x="62" y="52"/>
                  <a:pt x="61" y="51"/>
                  <a:pt x="61" y="50"/>
                </a:cubicBezTo>
                <a:cubicBezTo>
                  <a:pt x="55" y="56"/>
                  <a:pt x="55" y="56"/>
                  <a:pt x="55" y="56"/>
                </a:cubicBezTo>
                <a:cubicBezTo>
                  <a:pt x="53" y="58"/>
                  <a:pt x="51" y="58"/>
                  <a:pt x="49" y="56"/>
                </a:cubicBezTo>
                <a:cubicBezTo>
                  <a:pt x="47" y="54"/>
                  <a:pt x="47" y="52"/>
                  <a:pt x="49" y="50"/>
                </a:cubicBezTo>
                <a:cubicBezTo>
                  <a:pt x="55" y="44"/>
                  <a:pt x="55" y="44"/>
                  <a:pt x="55" y="44"/>
                </a:cubicBezTo>
                <a:close/>
                <a:moveTo>
                  <a:pt x="88" y="7"/>
                </a:moveTo>
                <a:cubicBezTo>
                  <a:pt x="88" y="7"/>
                  <a:pt x="88" y="7"/>
                  <a:pt x="88" y="7"/>
                </a:cubicBezTo>
                <a:cubicBezTo>
                  <a:pt x="78" y="17"/>
                  <a:pt x="78" y="17"/>
                  <a:pt x="78" y="17"/>
                </a:cubicBezTo>
                <a:cubicBezTo>
                  <a:pt x="80" y="22"/>
                  <a:pt x="80" y="22"/>
                  <a:pt x="80" y="22"/>
                </a:cubicBezTo>
                <a:cubicBezTo>
                  <a:pt x="89" y="12"/>
                  <a:pt x="89" y="12"/>
                  <a:pt x="89" y="12"/>
                </a:cubicBezTo>
                <a:cubicBezTo>
                  <a:pt x="88" y="7"/>
                  <a:pt x="88" y="7"/>
                  <a:pt x="88" y="7"/>
                </a:cubicBezTo>
                <a:close/>
                <a:moveTo>
                  <a:pt x="93" y="16"/>
                </a:moveTo>
                <a:cubicBezTo>
                  <a:pt x="93" y="16"/>
                  <a:pt x="93" y="16"/>
                  <a:pt x="93" y="16"/>
                </a:cubicBezTo>
                <a:cubicBezTo>
                  <a:pt x="83" y="25"/>
                  <a:pt x="83" y="25"/>
                  <a:pt x="83" y="25"/>
                </a:cubicBezTo>
                <a:cubicBezTo>
                  <a:pt x="89" y="27"/>
                  <a:pt x="89" y="27"/>
                  <a:pt x="89" y="27"/>
                </a:cubicBezTo>
                <a:cubicBezTo>
                  <a:pt x="98" y="17"/>
                  <a:pt x="98" y="17"/>
                  <a:pt x="98" y="17"/>
                </a:cubicBezTo>
                <a:cubicBezTo>
                  <a:pt x="93" y="16"/>
                  <a:pt x="93" y="16"/>
                  <a:pt x="93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8" name="Freeform 36"/>
          <p:cNvSpPr>
            <a:spLocks noEditPoints="1"/>
          </p:cNvSpPr>
          <p:nvPr/>
        </p:nvSpPr>
        <p:spPr bwMode="auto">
          <a:xfrm>
            <a:off x="4103262" y="4740594"/>
            <a:ext cx="295819" cy="292581"/>
          </a:xfrm>
          <a:custGeom>
            <a:avLst/>
            <a:gdLst>
              <a:gd name="T0" fmla="*/ 20 w 99"/>
              <a:gd name="T1" fmla="*/ 37 h 98"/>
              <a:gd name="T2" fmla="*/ 21 w 99"/>
              <a:gd name="T3" fmla="*/ 28 h 98"/>
              <a:gd name="T4" fmla="*/ 25 w 99"/>
              <a:gd name="T5" fmla="*/ 24 h 98"/>
              <a:gd name="T6" fmla="*/ 29 w 99"/>
              <a:gd name="T7" fmla="*/ 21 h 98"/>
              <a:gd name="T8" fmla="*/ 37 w 99"/>
              <a:gd name="T9" fmla="*/ 19 h 98"/>
              <a:gd name="T10" fmla="*/ 32 w 99"/>
              <a:gd name="T11" fmla="*/ 25 h 98"/>
              <a:gd name="T12" fmla="*/ 25 w 99"/>
              <a:gd name="T13" fmla="*/ 31 h 98"/>
              <a:gd name="T14" fmla="*/ 79 w 99"/>
              <a:gd name="T15" fmla="*/ 73 h 98"/>
              <a:gd name="T16" fmla="*/ 97 w 99"/>
              <a:gd name="T17" fmla="*/ 91 h 98"/>
              <a:gd name="T18" fmla="*/ 91 w 99"/>
              <a:gd name="T19" fmla="*/ 96 h 98"/>
              <a:gd name="T20" fmla="*/ 62 w 99"/>
              <a:gd name="T21" fmla="*/ 86 h 98"/>
              <a:gd name="T22" fmla="*/ 28 w 99"/>
              <a:gd name="T23" fmla="*/ 86 h 98"/>
              <a:gd name="T24" fmla="*/ 14 w 99"/>
              <a:gd name="T25" fmla="*/ 76 h 98"/>
              <a:gd name="T26" fmla="*/ 4 w 99"/>
              <a:gd name="T27" fmla="*/ 62 h 98"/>
              <a:gd name="T28" fmla="*/ 0 w 99"/>
              <a:gd name="T29" fmla="*/ 45 h 98"/>
              <a:gd name="T30" fmla="*/ 14 w 99"/>
              <a:gd name="T31" fmla="*/ 13 h 98"/>
              <a:gd name="T32" fmla="*/ 62 w 99"/>
              <a:gd name="T33" fmla="*/ 3 h 98"/>
              <a:gd name="T34" fmla="*/ 77 w 99"/>
              <a:gd name="T35" fmla="*/ 13 h 98"/>
              <a:gd name="T36" fmla="*/ 86 w 99"/>
              <a:gd name="T37" fmla="*/ 28 h 98"/>
              <a:gd name="T38" fmla="*/ 90 w 99"/>
              <a:gd name="T39" fmla="*/ 45 h 98"/>
              <a:gd name="T40" fmla="*/ 79 w 99"/>
              <a:gd name="T41" fmla="*/ 73 h 98"/>
              <a:gd name="T42" fmla="*/ 59 w 99"/>
              <a:gd name="T43" fmla="*/ 11 h 98"/>
              <a:gd name="T44" fmla="*/ 19 w 99"/>
              <a:gd name="T45" fmla="*/ 19 h 98"/>
              <a:gd name="T46" fmla="*/ 9 w 99"/>
              <a:gd name="T47" fmla="*/ 45 h 98"/>
              <a:gd name="T48" fmla="*/ 11 w 99"/>
              <a:gd name="T49" fmla="*/ 58 h 98"/>
              <a:gd name="T50" fmla="*/ 19 w 99"/>
              <a:gd name="T51" fmla="*/ 70 h 98"/>
              <a:gd name="T52" fmla="*/ 31 w 99"/>
              <a:gd name="T53" fmla="*/ 78 h 98"/>
              <a:gd name="T54" fmla="*/ 45 w 99"/>
              <a:gd name="T55" fmla="*/ 81 h 98"/>
              <a:gd name="T56" fmla="*/ 71 w 99"/>
              <a:gd name="T57" fmla="*/ 70 h 98"/>
              <a:gd name="T58" fmla="*/ 71 w 99"/>
              <a:gd name="T59" fmla="*/ 70 h 98"/>
              <a:gd name="T60" fmla="*/ 81 w 99"/>
              <a:gd name="T61" fmla="*/ 45 h 98"/>
              <a:gd name="T62" fmla="*/ 79 w 99"/>
              <a:gd name="T63" fmla="*/ 31 h 98"/>
              <a:gd name="T64" fmla="*/ 71 w 99"/>
              <a:gd name="T65" fmla="*/ 19 h 98"/>
              <a:gd name="T66" fmla="*/ 69 w 99"/>
              <a:gd name="T67" fmla="*/ 45 h 98"/>
              <a:gd name="T68" fmla="*/ 71 w 99"/>
              <a:gd name="T69" fmla="*/ 42 h 98"/>
              <a:gd name="T70" fmla="*/ 72 w 99"/>
              <a:gd name="T71" fmla="*/ 56 h 98"/>
              <a:gd name="T72" fmla="*/ 65 w 99"/>
              <a:gd name="T73" fmla="*/ 65 h 98"/>
              <a:gd name="T74" fmla="*/ 45 w 99"/>
              <a:gd name="T75" fmla="*/ 73 h 98"/>
              <a:gd name="T76" fmla="*/ 45 w 99"/>
              <a:gd name="T77" fmla="*/ 69 h 98"/>
              <a:gd name="T78" fmla="*/ 62 w 99"/>
              <a:gd name="T79" fmla="*/ 61 h 98"/>
              <a:gd name="T80" fmla="*/ 67 w 99"/>
              <a:gd name="T81" fmla="*/ 5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" h="98">
                <a:moveTo>
                  <a:pt x="23" y="35"/>
                </a:moveTo>
                <a:cubicBezTo>
                  <a:pt x="22" y="36"/>
                  <a:pt x="21" y="37"/>
                  <a:pt x="20" y="37"/>
                </a:cubicBezTo>
                <a:cubicBezTo>
                  <a:pt x="19" y="36"/>
                  <a:pt x="18" y="35"/>
                  <a:pt x="18" y="33"/>
                </a:cubicBezTo>
                <a:cubicBezTo>
                  <a:pt x="19" y="32"/>
                  <a:pt x="20" y="30"/>
                  <a:pt x="21" y="28"/>
                </a:cubicBezTo>
                <a:cubicBezTo>
                  <a:pt x="22" y="27"/>
                  <a:pt x="23" y="25"/>
                  <a:pt x="2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6" y="23"/>
                  <a:pt x="27" y="22"/>
                  <a:pt x="29" y="21"/>
                </a:cubicBezTo>
                <a:cubicBezTo>
                  <a:pt x="30" y="20"/>
                  <a:pt x="32" y="19"/>
                  <a:pt x="34" y="18"/>
                </a:cubicBezTo>
                <a:cubicBezTo>
                  <a:pt x="35" y="17"/>
                  <a:pt x="37" y="18"/>
                  <a:pt x="37" y="19"/>
                </a:cubicBezTo>
                <a:cubicBezTo>
                  <a:pt x="38" y="21"/>
                  <a:pt x="37" y="22"/>
                  <a:pt x="36" y="22"/>
                </a:cubicBezTo>
                <a:cubicBezTo>
                  <a:pt x="34" y="23"/>
                  <a:pt x="33" y="24"/>
                  <a:pt x="32" y="25"/>
                </a:cubicBezTo>
                <a:cubicBezTo>
                  <a:pt x="30" y="26"/>
                  <a:pt x="29" y="26"/>
                  <a:pt x="28" y="28"/>
                </a:cubicBezTo>
                <a:cubicBezTo>
                  <a:pt x="27" y="29"/>
                  <a:pt x="26" y="30"/>
                  <a:pt x="25" y="31"/>
                </a:cubicBezTo>
                <a:cubicBezTo>
                  <a:pt x="24" y="32"/>
                  <a:pt x="24" y="34"/>
                  <a:pt x="23" y="35"/>
                </a:cubicBezTo>
                <a:close/>
                <a:moveTo>
                  <a:pt x="79" y="73"/>
                </a:moveTo>
                <a:cubicBezTo>
                  <a:pt x="79" y="73"/>
                  <a:pt x="79" y="73"/>
                  <a:pt x="79" y="73"/>
                </a:cubicBezTo>
                <a:cubicBezTo>
                  <a:pt x="97" y="91"/>
                  <a:pt x="97" y="91"/>
                  <a:pt x="97" y="91"/>
                </a:cubicBezTo>
                <a:cubicBezTo>
                  <a:pt x="99" y="92"/>
                  <a:pt x="99" y="95"/>
                  <a:pt x="97" y="96"/>
                </a:cubicBezTo>
                <a:cubicBezTo>
                  <a:pt x="95" y="98"/>
                  <a:pt x="93" y="98"/>
                  <a:pt x="91" y="96"/>
                </a:cubicBezTo>
                <a:cubicBezTo>
                  <a:pt x="74" y="79"/>
                  <a:pt x="74" y="79"/>
                  <a:pt x="74" y="79"/>
                </a:cubicBezTo>
                <a:cubicBezTo>
                  <a:pt x="70" y="82"/>
                  <a:pt x="66" y="84"/>
                  <a:pt x="62" y="86"/>
                </a:cubicBezTo>
                <a:cubicBezTo>
                  <a:pt x="57" y="88"/>
                  <a:pt x="51" y="89"/>
                  <a:pt x="45" y="89"/>
                </a:cubicBezTo>
                <a:cubicBezTo>
                  <a:pt x="39" y="89"/>
                  <a:pt x="33" y="88"/>
                  <a:pt x="28" y="86"/>
                </a:cubicBezTo>
                <a:cubicBezTo>
                  <a:pt x="28" y="86"/>
                  <a:pt x="28" y="86"/>
                  <a:pt x="28" y="86"/>
                </a:cubicBezTo>
                <a:cubicBezTo>
                  <a:pt x="23" y="83"/>
                  <a:pt x="18" y="80"/>
                  <a:pt x="14" y="76"/>
                </a:cubicBezTo>
                <a:cubicBezTo>
                  <a:pt x="14" y="76"/>
                  <a:pt x="14" y="76"/>
                  <a:pt x="14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4" y="61"/>
                  <a:pt x="4" y="61"/>
                  <a:pt x="4" y="61"/>
                </a:cubicBezTo>
                <a:cubicBezTo>
                  <a:pt x="2" y="56"/>
                  <a:pt x="0" y="50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7"/>
                  <a:pt x="14" y="13"/>
                </a:cubicBezTo>
                <a:cubicBezTo>
                  <a:pt x="22" y="5"/>
                  <a:pt x="33" y="0"/>
                  <a:pt x="45" y="0"/>
                </a:cubicBezTo>
                <a:cubicBezTo>
                  <a:pt x="51" y="0"/>
                  <a:pt x="57" y="1"/>
                  <a:pt x="62" y="3"/>
                </a:cubicBezTo>
                <a:cubicBezTo>
                  <a:pt x="62" y="3"/>
                  <a:pt x="62" y="3"/>
                  <a:pt x="62" y="3"/>
                </a:cubicBezTo>
                <a:cubicBezTo>
                  <a:pt x="68" y="6"/>
                  <a:pt x="72" y="9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81" y="17"/>
                  <a:pt x="84" y="22"/>
                  <a:pt x="86" y="28"/>
                </a:cubicBezTo>
                <a:cubicBezTo>
                  <a:pt x="86" y="28"/>
                  <a:pt x="86" y="28"/>
                  <a:pt x="86" y="28"/>
                </a:cubicBezTo>
                <a:cubicBezTo>
                  <a:pt x="88" y="33"/>
                  <a:pt x="90" y="39"/>
                  <a:pt x="90" y="45"/>
                </a:cubicBezTo>
                <a:cubicBezTo>
                  <a:pt x="90" y="51"/>
                  <a:pt x="88" y="56"/>
                  <a:pt x="86" y="62"/>
                </a:cubicBezTo>
                <a:cubicBezTo>
                  <a:pt x="85" y="66"/>
                  <a:pt x="82" y="70"/>
                  <a:pt x="79" y="73"/>
                </a:cubicBezTo>
                <a:close/>
                <a:moveTo>
                  <a:pt x="59" y="11"/>
                </a:moveTo>
                <a:cubicBezTo>
                  <a:pt x="59" y="11"/>
                  <a:pt x="59" y="11"/>
                  <a:pt x="59" y="11"/>
                </a:cubicBezTo>
                <a:cubicBezTo>
                  <a:pt x="55" y="9"/>
                  <a:pt x="50" y="8"/>
                  <a:pt x="45" y="8"/>
                </a:cubicBezTo>
                <a:cubicBezTo>
                  <a:pt x="35" y="8"/>
                  <a:pt x="26" y="12"/>
                  <a:pt x="19" y="19"/>
                </a:cubicBezTo>
                <a:cubicBezTo>
                  <a:pt x="16" y="22"/>
                  <a:pt x="13" y="26"/>
                  <a:pt x="11" y="31"/>
                </a:cubicBezTo>
                <a:cubicBezTo>
                  <a:pt x="10" y="35"/>
                  <a:pt x="9" y="40"/>
                  <a:pt x="9" y="45"/>
                </a:cubicBezTo>
                <a:cubicBezTo>
                  <a:pt x="9" y="49"/>
                  <a:pt x="10" y="54"/>
                  <a:pt x="11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13" y="63"/>
                  <a:pt x="16" y="67"/>
                  <a:pt x="19" y="70"/>
                </a:cubicBezTo>
                <a:cubicBezTo>
                  <a:pt x="19" y="70"/>
                  <a:pt x="19" y="70"/>
                  <a:pt x="19" y="70"/>
                </a:cubicBezTo>
                <a:cubicBezTo>
                  <a:pt x="19" y="70"/>
                  <a:pt x="19" y="70"/>
                  <a:pt x="19" y="70"/>
                </a:cubicBezTo>
                <a:cubicBezTo>
                  <a:pt x="23" y="74"/>
                  <a:pt x="27" y="76"/>
                  <a:pt x="31" y="78"/>
                </a:cubicBezTo>
                <a:cubicBezTo>
                  <a:pt x="31" y="78"/>
                  <a:pt x="31" y="78"/>
                  <a:pt x="31" y="78"/>
                </a:cubicBezTo>
                <a:cubicBezTo>
                  <a:pt x="35" y="80"/>
                  <a:pt x="40" y="81"/>
                  <a:pt x="45" y="81"/>
                </a:cubicBezTo>
                <a:cubicBezTo>
                  <a:pt x="50" y="81"/>
                  <a:pt x="55" y="80"/>
                  <a:pt x="59" y="78"/>
                </a:cubicBezTo>
                <a:cubicBezTo>
                  <a:pt x="63" y="76"/>
                  <a:pt x="67" y="74"/>
                  <a:pt x="71" y="70"/>
                </a:cubicBezTo>
                <a:cubicBezTo>
                  <a:pt x="71" y="70"/>
                  <a:pt x="71" y="70"/>
                  <a:pt x="71" y="70"/>
                </a:cubicBezTo>
                <a:cubicBezTo>
                  <a:pt x="71" y="70"/>
                  <a:pt x="71" y="70"/>
                  <a:pt x="71" y="70"/>
                </a:cubicBezTo>
                <a:cubicBezTo>
                  <a:pt x="74" y="67"/>
                  <a:pt x="77" y="63"/>
                  <a:pt x="79" y="58"/>
                </a:cubicBezTo>
                <a:cubicBezTo>
                  <a:pt x="80" y="54"/>
                  <a:pt x="81" y="49"/>
                  <a:pt x="81" y="45"/>
                </a:cubicBezTo>
                <a:cubicBezTo>
                  <a:pt x="81" y="40"/>
                  <a:pt x="81" y="35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7" y="26"/>
                  <a:pt x="74" y="22"/>
                  <a:pt x="71" y="19"/>
                </a:cubicBezTo>
                <a:cubicBezTo>
                  <a:pt x="71" y="19"/>
                  <a:pt x="71" y="19"/>
                  <a:pt x="71" y="19"/>
                </a:cubicBezTo>
                <a:cubicBezTo>
                  <a:pt x="67" y="15"/>
                  <a:pt x="63" y="13"/>
                  <a:pt x="59" y="11"/>
                </a:cubicBezTo>
                <a:close/>
                <a:moveTo>
                  <a:pt x="69" y="45"/>
                </a:moveTo>
                <a:cubicBezTo>
                  <a:pt x="69" y="45"/>
                  <a:pt x="69" y="45"/>
                  <a:pt x="69" y="45"/>
                </a:cubicBezTo>
                <a:cubicBezTo>
                  <a:pt x="69" y="43"/>
                  <a:pt x="70" y="42"/>
                  <a:pt x="71" y="42"/>
                </a:cubicBezTo>
                <a:cubicBezTo>
                  <a:pt x="73" y="42"/>
                  <a:pt x="74" y="43"/>
                  <a:pt x="74" y="45"/>
                </a:cubicBezTo>
                <a:cubicBezTo>
                  <a:pt x="74" y="48"/>
                  <a:pt x="73" y="52"/>
                  <a:pt x="72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70" y="59"/>
                  <a:pt x="68" y="62"/>
                  <a:pt x="65" y="65"/>
                </a:cubicBezTo>
                <a:cubicBezTo>
                  <a:pt x="63" y="68"/>
                  <a:pt x="59" y="70"/>
                  <a:pt x="56" y="71"/>
                </a:cubicBezTo>
                <a:cubicBezTo>
                  <a:pt x="53" y="73"/>
                  <a:pt x="49" y="73"/>
                  <a:pt x="45" y="73"/>
                </a:cubicBezTo>
                <a:cubicBezTo>
                  <a:pt x="44" y="73"/>
                  <a:pt x="43" y="72"/>
                  <a:pt x="43" y="71"/>
                </a:cubicBezTo>
                <a:cubicBezTo>
                  <a:pt x="43" y="70"/>
                  <a:pt x="44" y="69"/>
                  <a:pt x="45" y="69"/>
                </a:cubicBezTo>
                <a:cubicBezTo>
                  <a:pt x="48" y="69"/>
                  <a:pt x="51" y="68"/>
                  <a:pt x="54" y="67"/>
                </a:cubicBezTo>
                <a:cubicBezTo>
                  <a:pt x="57" y="65"/>
                  <a:pt x="60" y="64"/>
                  <a:pt x="62" y="61"/>
                </a:cubicBezTo>
                <a:cubicBezTo>
                  <a:pt x="64" y="59"/>
                  <a:pt x="66" y="57"/>
                  <a:pt x="67" y="54"/>
                </a:cubicBezTo>
                <a:cubicBezTo>
                  <a:pt x="67" y="54"/>
                  <a:pt x="67" y="54"/>
                  <a:pt x="67" y="54"/>
                </a:cubicBezTo>
                <a:cubicBezTo>
                  <a:pt x="68" y="51"/>
                  <a:pt x="69" y="48"/>
                  <a:pt x="69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" name="Freeform 37"/>
          <p:cNvSpPr>
            <a:spLocks noEditPoints="1"/>
          </p:cNvSpPr>
          <p:nvPr/>
        </p:nvSpPr>
        <p:spPr bwMode="auto">
          <a:xfrm>
            <a:off x="4496599" y="3752726"/>
            <a:ext cx="279955" cy="314979"/>
          </a:xfrm>
          <a:custGeom>
            <a:avLst/>
            <a:gdLst>
              <a:gd name="T0" fmla="*/ 21 w 94"/>
              <a:gd name="T1" fmla="*/ 79 h 106"/>
              <a:gd name="T2" fmla="*/ 71 w 94"/>
              <a:gd name="T3" fmla="*/ 76 h 106"/>
              <a:gd name="T4" fmla="*/ 71 w 94"/>
              <a:gd name="T5" fmla="*/ 81 h 106"/>
              <a:gd name="T6" fmla="*/ 11 w 94"/>
              <a:gd name="T7" fmla="*/ 0 h 106"/>
              <a:gd name="T8" fmla="*/ 60 w 94"/>
              <a:gd name="T9" fmla="*/ 0 h 106"/>
              <a:gd name="T10" fmla="*/ 92 w 94"/>
              <a:gd name="T11" fmla="*/ 31 h 106"/>
              <a:gd name="T12" fmla="*/ 94 w 94"/>
              <a:gd name="T13" fmla="*/ 34 h 106"/>
              <a:gd name="T14" fmla="*/ 90 w 94"/>
              <a:gd name="T15" fmla="*/ 103 h 106"/>
              <a:gd name="T16" fmla="*/ 90 w 94"/>
              <a:gd name="T17" fmla="*/ 103 h 106"/>
              <a:gd name="T18" fmla="*/ 11 w 94"/>
              <a:gd name="T19" fmla="*/ 106 h 106"/>
              <a:gd name="T20" fmla="*/ 4 w 94"/>
              <a:gd name="T21" fmla="*/ 103 h 106"/>
              <a:gd name="T22" fmla="*/ 0 w 94"/>
              <a:gd name="T23" fmla="*/ 11 h 106"/>
              <a:gd name="T24" fmla="*/ 11 w 94"/>
              <a:gd name="T25" fmla="*/ 0 h 106"/>
              <a:gd name="T26" fmla="*/ 57 w 94"/>
              <a:gd name="T27" fmla="*/ 8 h 106"/>
              <a:gd name="T28" fmla="*/ 9 w 94"/>
              <a:gd name="T29" fmla="*/ 9 h 106"/>
              <a:gd name="T30" fmla="*/ 9 w 94"/>
              <a:gd name="T31" fmla="*/ 95 h 106"/>
              <a:gd name="T32" fmla="*/ 11 w 94"/>
              <a:gd name="T33" fmla="*/ 98 h 106"/>
              <a:gd name="T34" fmla="*/ 84 w 94"/>
              <a:gd name="T35" fmla="*/ 97 h 106"/>
              <a:gd name="T36" fmla="*/ 85 w 94"/>
              <a:gd name="T37" fmla="*/ 95 h 106"/>
              <a:gd name="T38" fmla="*/ 67 w 94"/>
              <a:gd name="T39" fmla="*/ 36 h 106"/>
              <a:gd name="T40" fmla="*/ 60 w 94"/>
              <a:gd name="T41" fmla="*/ 33 h 106"/>
              <a:gd name="T42" fmla="*/ 57 w 94"/>
              <a:gd name="T43" fmla="*/ 8 h 106"/>
              <a:gd name="T44" fmla="*/ 81 w 94"/>
              <a:gd name="T45" fmla="*/ 31 h 106"/>
              <a:gd name="T46" fmla="*/ 62 w 94"/>
              <a:gd name="T47" fmla="*/ 27 h 106"/>
              <a:gd name="T48" fmla="*/ 64 w 94"/>
              <a:gd name="T49" fmla="*/ 30 h 106"/>
              <a:gd name="T50" fmla="*/ 81 w 94"/>
              <a:gd name="T51" fmla="*/ 31 h 106"/>
              <a:gd name="T52" fmla="*/ 23 w 94"/>
              <a:gd name="T53" fmla="*/ 47 h 106"/>
              <a:gd name="T54" fmla="*/ 23 w 94"/>
              <a:gd name="T55" fmla="*/ 42 h 106"/>
              <a:gd name="T56" fmla="*/ 73 w 94"/>
              <a:gd name="T57" fmla="*/ 44 h 106"/>
              <a:gd name="T58" fmla="*/ 23 w 94"/>
              <a:gd name="T59" fmla="*/ 47 h 106"/>
              <a:gd name="T60" fmla="*/ 23 w 94"/>
              <a:gd name="T61" fmla="*/ 64 h 106"/>
              <a:gd name="T62" fmla="*/ 23 w 94"/>
              <a:gd name="T63" fmla="*/ 59 h 106"/>
              <a:gd name="T64" fmla="*/ 73 w 94"/>
              <a:gd name="T65" fmla="*/ 62 h 106"/>
              <a:gd name="T66" fmla="*/ 23 w 94"/>
              <a:gd name="T67" fmla="*/ 64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4" h="106">
                <a:moveTo>
                  <a:pt x="23" y="81"/>
                </a:moveTo>
                <a:cubicBezTo>
                  <a:pt x="22" y="81"/>
                  <a:pt x="21" y="80"/>
                  <a:pt x="21" y="79"/>
                </a:cubicBezTo>
                <a:cubicBezTo>
                  <a:pt x="21" y="78"/>
                  <a:pt x="22" y="76"/>
                  <a:pt x="23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2" y="76"/>
                  <a:pt x="73" y="78"/>
                  <a:pt x="73" y="79"/>
                </a:cubicBezTo>
                <a:cubicBezTo>
                  <a:pt x="73" y="80"/>
                  <a:pt x="72" y="81"/>
                  <a:pt x="71" y="81"/>
                </a:cubicBezTo>
                <a:cubicBezTo>
                  <a:pt x="23" y="81"/>
                  <a:pt x="23" y="81"/>
                  <a:pt x="23" y="81"/>
                </a:cubicBezTo>
                <a:close/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1" y="0"/>
                  <a:pt x="62" y="0"/>
                  <a:pt x="63" y="1"/>
                </a:cubicBezTo>
                <a:cubicBezTo>
                  <a:pt x="92" y="31"/>
                  <a:pt x="92" y="31"/>
                  <a:pt x="92" y="31"/>
                </a:cubicBezTo>
                <a:cubicBezTo>
                  <a:pt x="93" y="32"/>
                  <a:pt x="94" y="33"/>
                  <a:pt x="94" y="34"/>
                </a:cubicBezTo>
                <a:cubicBezTo>
                  <a:pt x="94" y="34"/>
                  <a:pt x="94" y="34"/>
                  <a:pt x="94" y="34"/>
                </a:cubicBezTo>
                <a:cubicBezTo>
                  <a:pt x="94" y="95"/>
                  <a:pt x="94" y="95"/>
                  <a:pt x="94" y="95"/>
                </a:cubicBezTo>
                <a:cubicBezTo>
                  <a:pt x="94" y="98"/>
                  <a:pt x="92" y="101"/>
                  <a:pt x="90" y="103"/>
                </a:cubicBezTo>
                <a:cubicBezTo>
                  <a:pt x="90" y="103"/>
                  <a:pt x="90" y="103"/>
                  <a:pt x="90" y="103"/>
                </a:cubicBezTo>
                <a:cubicBezTo>
                  <a:pt x="90" y="103"/>
                  <a:pt x="90" y="103"/>
                  <a:pt x="90" y="103"/>
                </a:cubicBezTo>
                <a:cubicBezTo>
                  <a:pt x="88" y="105"/>
                  <a:pt x="86" y="106"/>
                  <a:pt x="83" y="106"/>
                </a:cubicBezTo>
                <a:cubicBezTo>
                  <a:pt x="11" y="106"/>
                  <a:pt x="11" y="106"/>
                  <a:pt x="11" y="106"/>
                </a:cubicBezTo>
                <a:cubicBezTo>
                  <a:pt x="8" y="106"/>
                  <a:pt x="6" y="105"/>
                  <a:pt x="4" y="103"/>
                </a:cubicBezTo>
                <a:cubicBezTo>
                  <a:pt x="4" y="103"/>
                  <a:pt x="4" y="103"/>
                  <a:pt x="4" y="103"/>
                </a:cubicBezTo>
                <a:cubicBezTo>
                  <a:pt x="2" y="101"/>
                  <a:pt x="0" y="98"/>
                  <a:pt x="0" y="9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8"/>
                  <a:pt x="2" y="5"/>
                  <a:pt x="4" y="3"/>
                </a:cubicBezTo>
                <a:cubicBezTo>
                  <a:pt x="6" y="1"/>
                  <a:pt x="8" y="0"/>
                  <a:pt x="11" y="0"/>
                </a:cubicBezTo>
                <a:close/>
                <a:moveTo>
                  <a:pt x="57" y="8"/>
                </a:moveTo>
                <a:cubicBezTo>
                  <a:pt x="57" y="8"/>
                  <a:pt x="57" y="8"/>
                  <a:pt x="57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0" y="9"/>
                  <a:pt x="9" y="9"/>
                </a:cubicBezTo>
                <a:cubicBezTo>
                  <a:pt x="9" y="10"/>
                  <a:pt x="9" y="10"/>
                  <a:pt x="9" y="11"/>
                </a:cubicBezTo>
                <a:cubicBezTo>
                  <a:pt x="9" y="95"/>
                  <a:pt x="9" y="95"/>
                  <a:pt x="9" y="95"/>
                </a:cubicBezTo>
                <a:cubicBezTo>
                  <a:pt x="9" y="96"/>
                  <a:pt x="9" y="97"/>
                  <a:pt x="9" y="97"/>
                </a:cubicBezTo>
                <a:cubicBezTo>
                  <a:pt x="10" y="98"/>
                  <a:pt x="11" y="98"/>
                  <a:pt x="11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4" y="98"/>
                  <a:pt x="84" y="97"/>
                </a:cubicBezTo>
                <a:cubicBezTo>
                  <a:pt x="85" y="97"/>
                  <a:pt x="85" y="97"/>
                  <a:pt x="85" y="97"/>
                </a:cubicBezTo>
                <a:cubicBezTo>
                  <a:pt x="85" y="97"/>
                  <a:pt x="85" y="96"/>
                  <a:pt x="85" y="95"/>
                </a:cubicBezTo>
                <a:cubicBezTo>
                  <a:pt x="85" y="36"/>
                  <a:pt x="85" y="36"/>
                  <a:pt x="85" y="36"/>
                </a:cubicBezTo>
                <a:cubicBezTo>
                  <a:pt x="67" y="36"/>
                  <a:pt x="67" y="36"/>
                  <a:pt x="67" y="36"/>
                </a:cubicBezTo>
                <a:cubicBezTo>
                  <a:pt x="64" y="36"/>
                  <a:pt x="62" y="35"/>
                  <a:pt x="60" y="33"/>
                </a:cubicBezTo>
                <a:cubicBezTo>
                  <a:pt x="60" y="33"/>
                  <a:pt x="60" y="33"/>
                  <a:pt x="60" y="33"/>
                </a:cubicBezTo>
                <a:cubicBezTo>
                  <a:pt x="58" y="32"/>
                  <a:pt x="57" y="29"/>
                  <a:pt x="57" y="27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81" y="31"/>
                </a:moveTo>
                <a:cubicBezTo>
                  <a:pt x="81" y="31"/>
                  <a:pt x="81" y="31"/>
                  <a:pt x="81" y="31"/>
                </a:cubicBezTo>
                <a:cubicBezTo>
                  <a:pt x="62" y="12"/>
                  <a:pt x="62" y="12"/>
                  <a:pt x="62" y="12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28"/>
                  <a:pt x="63" y="29"/>
                  <a:pt x="63" y="30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1"/>
                  <a:pt x="65" y="31"/>
                  <a:pt x="67" y="31"/>
                </a:cubicBezTo>
                <a:cubicBezTo>
                  <a:pt x="81" y="31"/>
                  <a:pt x="81" y="31"/>
                  <a:pt x="81" y="31"/>
                </a:cubicBezTo>
                <a:close/>
                <a:moveTo>
                  <a:pt x="23" y="47"/>
                </a:moveTo>
                <a:cubicBezTo>
                  <a:pt x="23" y="47"/>
                  <a:pt x="23" y="47"/>
                  <a:pt x="23" y="47"/>
                </a:cubicBezTo>
                <a:cubicBezTo>
                  <a:pt x="22" y="47"/>
                  <a:pt x="21" y="46"/>
                  <a:pt x="21" y="44"/>
                </a:cubicBezTo>
                <a:cubicBezTo>
                  <a:pt x="21" y="43"/>
                  <a:pt x="22" y="42"/>
                  <a:pt x="23" y="42"/>
                </a:cubicBezTo>
                <a:cubicBezTo>
                  <a:pt x="71" y="42"/>
                  <a:pt x="71" y="42"/>
                  <a:pt x="71" y="42"/>
                </a:cubicBezTo>
                <a:cubicBezTo>
                  <a:pt x="72" y="42"/>
                  <a:pt x="73" y="43"/>
                  <a:pt x="73" y="44"/>
                </a:cubicBezTo>
                <a:cubicBezTo>
                  <a:pt x="73" y="46"/>
                  <a:pt x="72" y="47"/>
                  <a:pt x="71" y="47"/>
                </a:cubicBezTo>
                <a:cubicBezTo>
                  <a:pt x="23" y="47"/>
                  <a:pt x="23" y="47"/>
                  <a:pt x="23" y="47"/>
                </a:cubicBezTo>
                <a:close/>
                <a:moveTo>
                  <a:pt x="23" y="64"/>
                </a:moveTo>
                <a:cubicBezTo>
                  <a:pt x="23" y="64"/>
                  <a:pt x="23" y="64"/>
                  <a:pt x="23" y="64"/>
                </a:cubicBezTo>
                <a:cubicBezTo>
                  <a:pt x="22" y="64"/>
                  <a:pt x="21" y="63"/>
                  <a:pt x="21" y="62"/>
                </a:cubicBezTo>
                <a:cubicBezTo>
                  <a:pt x="21" y="60"/>
                  <a:pt x="22" y="59"/>
                  <a:pt x="23" y="59"/>
                </a:cubicBezTo>
                <a:cubicBezTo>
                  <a:pt x="71" y="59"/>
                  <a:pt x="71" y="59"/>
                  <a:pt x="71" y="59"/>
                </a:cubicBezTo>
                <a:cubicBezTo>
                  <a:pt x="72" y="59"/>
                  <a:pt x="73" y="60"/>
                  <a:pt x="73" y="62"/>
                </a:cubicBezTo>
                <a:cubicBezTo>
                  <a:pt x="73" y="63"/>
                  <a:pt x="72" y="64"/>
                  <a:pt x="71" y="64"/>
                </a:cubicBezTo>
                <a:cubicBezTo>
                  <a:pt x="23" y="64"/>
                  <a:pt x="23" y="64"/>
                  <a:pt x="23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7" name="Freeform 38"/>
          <p:cNvSpPr>
            <a:spLocks noEditPoints="1"/>
          </p:cNvSpPr>
          <p:nvPr/>
        </p:nvSpPr>
        <p:spPr bwMode="auto">
          <a:xfrm>
            <a:off x="6410094" y="3754592"/>
            <a:ext cx="321482" cy="314979"/>
          </a:xfrm>
          <a:custGeom>
            <a:avLst/>
            <a:gdLst>
              <a:gd name="T0" fmla="*/ 107 w 108"/>
              <a:gd name="T1" fmla="*/ 76 h 107"/>
              <a:gd name="T2" fmla="*/ 103 w 108"/>
              <a:gd name="T3" fmla="*/ 94 h 107"/>
              <a:gd name="T4" fmla="*/ 98 w 108"/>
              <a:gd name="T5" fmla="*/ 102 h 107"/>
              <a:gd name="T6" fmla="*/ 85 w 108"/>
              <a:gd name="T7" fmla="*/ 93 h 107"/>
              <a:gd name="T8" fmla="*/ 74 w 108"/>
              <a:gd name="T9" fmla="*/ 105 h 107"/>
              <a:gd name="T10" fmla="*/ 62 w 108"/>
              <a:gd name="T11" fmla="*/ 58 h 107"/>
              <a:gd name="T12" fmla="*/ 56 w 108"/>
              <a:gd name="T13" fmla="*/ 72 h 107"/>
              <a:gd name="T14" fmla="*/ 45 w 108"/>
              <a:gd name="T15" fmla="*/ 73 h 107"/>
              <a:gd name="T16" fmla="*/ 34 w 108"/>
              <a:gd name="T17" fmla="*/ 61 h 107"/>
              <a:gd name="T18" fmla="*/ 34 w 108"/>
              <a:gd name="T19" fmla="*/ 44 h 107"/>
              <a:gd name="T20" fmla="*/ 62 w 108"/>
              <a:gd name="T21" fmla="*/ 33 h 107"/>
              <a:gd name="T22" fmla="*/ 69 w 108"/>
              <a:gd name="T23" fmla="*/ 38 h 107"/>
              <a:gd name="T24" fmla="*/ 73 w 108"/>
              <a:gd name="T25" fmla="*/ 55 h 107"/>
              <a:gd name="T26" fmla="*/ 69 w 108"/>
              <a:gd name="T27" fmla="*/ 46 h 107"/>
              <a:gd name="T28" fmla="*/ 65 w 108"/>
              <a:gd name="T29" fmla="*/ 41 h 107"/>
              <a:gd name="T30" fmla="*/ 42 w 108"/>
              <a:gd name="T31" fmla="*/ 41 h 107"/>
              <a:gd name="T32" fmla="*/ 38 w 108"/>
              <a:gd name="T33" fmla="*/ 46 h 107"/>
              <a:gd name="T34" fmla="*/ 38 w 108"/>
              <a:gd name="T35" fmla="*/ 59 h 107"/>
              <a:gd name="T36" fmla="*/ 47 w 108"/>
              <a:gd name="T37" fmla="*/ 68 h 107"/>
              <a:gd name="T38" fmla="*/ 54 w 108"/>
              <a:gd name="T39" fmla="*/ 84 h 107"/>
              <a:gd name="T40" fmla="*/ 40 w 108"/>
              <a:gd name="T41" fmla="*/ 86 h 107"/>
              <a:gd name="T42" fmla="*/ 20 w 108"/>
              <a:gd name="T43" fmla="*/ 66 h 107"/>
              <a:gd name="T44" fmla="*/ 20 w 108"/>
              <a:gd name="T45" fmla="*/ 39 h 107"/>
              <a:gd name="T46" fmla="*/ 40 w 108"/>
              <a:gd name="T47" fmla="*/ 19 h 107"/>
              <a:gd name="T48" fmla="*/ 67 w 108"/>
              <a:gd name="T49" fmla="*/ 19 h 107"/>
              <a:gd name="T50" fmla="*/ 87 w 108"/>
              <a:gd name="T51" fmla="*/ 39 h 107"/>
              <a:gd name="T52" fmla="*/ 85 w 108"/>
              <a:gd name="T53" fmla="*/ 53 h 107"/>
              <a:gd name="T54" fmla="*/ 76 w 108"/>
              <a:gd name="T55" fmla="*/ 31 h 107"/>
              <a:gd name="T56" fmla="*/ 42 w 108"/>
              <a:gd name="T57" fmla="*/ 24 h 107"/>
              <a:gd name="T58" fmla="*/ 25 w 108"/>
              <a:gd name="T59" fmla="*/ 41 h 107"/>
              <a:gd name="T60" fmla="*/ 25 w 108"/>
              <a:gd name="T61" fmla="*/ 65 h 107"/>
              <a:gd name="T62" fmla="*/ 54 w 108"/>
              <a:gd name="T63" fmla="*/ 84 h 107"/>
              <a:gd name="T64" fmla="*/ 58 w 108"/>
              <a:gd name="T65" fmla="*/ 102 h 107"/>
              <a:gd name="T66" fmla="*/ 33 w 108"/>
              <a:gd name="T67" fmla="*/ 102 h 107"/>
              <a:gd name="T68" fmla="*/ 4 w 108"/>
              <a:gd name="T69" fmla="*/ 73 h 107"/>
              <a:gd name="T70" fmla="*/ 4 w 108"/>
              <a:gd name="T71" fmla="*/ 32 h 107"/>
              <a:gd name="T72" fmla="*/ 33 w 108"/>
              <a:gd name="T73" fmla="*/ 4 h 107"/>
              <a:gd name="T74" fmla="*/ 74 w 108"/>
              <a:gd name="T75" fmla="*/ 4 h 107"/>
              <a:gd name="T76" fmla="*/ 91 w 108"/>
              <a:gd name="T77" fmla="*/ 15 h 107"/>
              <a:gd name="T78" fmla="*/ 107 w 108"/>
              <a:gd name="T79" fmla="*/ 53 h 107"/>
              <a:gd name="T80" fmla="*/ 95 w 108"/>
              <a:gd name="T81" fmla="*/ 36 h 107"/>
              <a:gd name="T82" fmla="*/ 71 w 108"/>
              <a:gd name="T83" fmla="*/ 11 h 107"/>
              <a:gd name="T84" fmla="*/ 36 w 108"/>
              <a:gd name="T85" fmla="*/ 11 h 107"/>
              <a:gd name="T86" fmla="*/ 9 w 108"/>
              <a:gd name="T87" fmla="*/ 53 h 107"/>
              <a:gd name="T88" fmla="*/ 22 w 108"/>
              <a:gd name="T89" fmla="*/ 85 h 107"/>
              <a:gd name="T90" fmla="*/ 99 w 108"/>
              <a:gd name="T91" fmla="*/ 76 h 107"/>
              <a:gd name="T92" fmla="*/ 77 w 108"/>
              <a:gd name="T93" fmla="*/ 98 h 107"/>
              <a:gd name="T94" fmla="*/ 83 w 108"/>
              <a:gd name="T95" fmla="*/ 87 h 107"/>
              <a:gd name="T96" fmla="*/ 98 w 108"/>
              <a:gd name="T97" fmla="*/ 95 h 107"/>
              <a:gd name="T98" fmla="*/ 88 w 108"/>
              <a:gd name="T99" fmla="*/ 81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08" h="107">
                <a:moveTo>
                  <a:pt x="62" y="58"/>
                </a:moveTo>
                <a:cubicBezTo>
                  <a:pt x="106" y="73"/>
                  <a:pt x="106" y="73"/>
                  <a:pt x="106" y="73"/>
                </a:cubicBezTo>
                <a:cubicBezTo>
                  <a:pt x="107" y="73"/>
                  <a:pt x="108" y="75"/>
                  <a:pt x="107" y="76"/>
                </a:cubicBezTo>
                <a:cubicBezTo>
                  <a:pt x="107" y="77"/>
                  <a:pt x="107" y="77"/>
                  <a:pt x="106" y="77"/>
                </a:cubicBezTo>
                <a:cubicBezTo>
                  <a:pt x="94" y="84"/>
                  <a:pt x="94" y="84"/>
                  <a:pt x="94" y="84"/>
                </a:cubicBezTo>
                <a:cubicBezTo>
                  <a:pt x="103" y="94"/>
                  <a:pt x="103" y="94"/>
                  <a:pt x="103" y="94"/>
                </a:cubicBezTo>
                <a:cubicBezTo>
                  <a:pt x="104" y="94"/>
                  <a:pt x="104" y="96"/>
                  <a:pt x="103" y="97"/>
                </a:cubicBezTo>
                <a:cubicBezTo>
                  <a:pt x="103" y="97"/>
                  <a:pt x="103" y="97"/>
                  <a:pt x="103" y="97"/>
                </a:cubicBezTo>
                <a:cubicBezTo>
                  <a:pt x="98" y="102"/>
                  <a:pt x="98" y="102"/>
                  <a:pt x="98" y="102"/>
                </a:cubicBezTo>
                <a:cubicBezTo>
                  <a:pt x="97" y="103"/>
                  <a:pt x="95" y="103"/>
                  <a:pt x="94" y="102"/>
                </a:cubicBezTo>
                <a:cubicBezTo>
                  <a:pt x="94" y="102"/>
                  <a:pt x="94" y="102"/>
                  <a:pt x="94" y="102"/>
                </a:cubicBezTo>
                <a:cubicBezTo>
                  <a:pt x="85" y="93"/>
                  <a:pt x="85" y="93"/>
                  <a:pt x="85" y="93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7"/>
                  <a:pt x="76" y="107"/>
                  <a:pt x="75" y="107"/>
                </a:cubicBezTo>
                <a:cubicBezTo>
                  <a:pt x="74" y="106"/>
                  <a:pt x="74" y="106"/>
                  <a:pt x="74" y="105"/>
                </a:cubicBezTo>
                <a:cubicBezTo>
                  <a:pt x="59" y="62"/>
                  <a:pt x="59" y="62"/>
                  <a:pt x="59" y="62"/>
                </a:cubicBezTo>
                <a:cubicBezTo>
                  <a:pt x="59" y="60"/>
                  <a:pt x="60" y="59"/>
                  <a:pt x="61" y="58"/>
                </a:cubicBezTo>
                <a:cubicBezTo>
                  <a:pt x="61" y="58"/>
                  <a:pt x="62" y="58"/>
                  <a:pt x="62" y="58"/>
                </a:cubicBezTo>
                <a:close/>
                <a:moveTo>
                  <a:pt x="54" y="69"/>
                </a:moveTo>
                <a:cubicBezTo>
                  <a:pt x="54" y="69"/>
                  <a:pt x="54" y="69"/>
                  <a:pt x="54" y="69"/>
                </a:cubicBezTo>
                <a:cubicBezTo>
                  <a:pt x="55" y="69"/>
                  <a:pt x="56" y="70"/>
                  <a:pt x="56" y="72"/>
                </a:cubicBezTo>
                <a:cubicBezTo>
                  <a:pt x="56" y="73"/>
                  <a:pt x="55" y="74"/>
                  <a:pt x="54" y="74"/>
                </a:cubicBezTo>
                <a:cubicBezTo>
                  <a:pt x="51" y="74"/>
                  <a:pt x="48" y="74"/>
                  <a:pt x="45" y="73"/>
                </a:cubicBezTo>
                <a:cubicBezTo>
                  <a:pt x="45" y="73"/>
                  <a:pt x="45" y="73"/>
                  <a:pt x="45" y="73"/>
                </a:cubicBezTo>
                <a:cubicBezTo>
                  <a:pt x="43" y="71"/>
                  <a:pt x="40" y="70"/>
                  <a:pt x="38" y="68"/>
                </a:cubicBezTo>
                <a:cubicBezTo>
                  <a:pt x="38" y="68"/>
                  <a:pt x="38" y="68"/>
                  <a:pt x="38" y="68"/>
                </a:cubicBezTo>
                <a:cubicBezTo>
                  <a:pt x="36" y="66"/>
                  <a:pt x="35" y="63"/>
                  <a:pt x="34" y="61"/>
                </a:cubicBezTo>
                <a:cubicBezTo>
                  <a:pt x="33" y="58"/>
                  <a:pt x="32" y="56"/>
                  <a:pt x="32" y="53"/>
                </a:cubicBezTo>
                <a:cubicBezTo>
                  <a:pt x="32" y="50"/>
                  <a:pt x="33" y="47"/>
                  <a:pt x="34" y="45"/>
                </a:cubicBezTo>
                <a:cubicBezTo>
                  <a:pt x="34" y="44"/>
                  <a:pt x="34" y="44"/>
                  <a:pt x="34" y="44"/>
                </a:cubicBezTo>
                <a:cubicBezTo>
                  <a:pt x="35" y="42"/>
                  <a:pt x="36" y="39"/>
                  <a:pt x="38" y="38"/>
                </a:cubicBezTo>
                <a:cubicBezTo>
                  <a:pt x="42" y="34"/>
                  <a:pt x="48" y="31"/>
                  <a:pt x="54" y="31"/>
                </a:cubicBezTo>
                <a:cubicBezTo>
                  <a:pt x="56" y="31"/>
                  <a:pt x="59" y="32"/>
                  <a:pt x="62" y="33"/>
                </a:cubicBezTo>
                <a:cubicBezTo>
                  <a:pt x="62" y="33"/>
                  <a:pt x="62" y="33"/>
                  <a:pt x="62" y="33"/>
                </a:cubicBezTo>
                <a:cubicBezTo>
                  <a:pt x="64" y="34"/>
                  <a:pt x="67" y="36"/>
                  <a:pt x="69" y="38"/>
                </a:cubicBezTo>
                <a:cubicBezTo>
                  <a:pt x="69" y="38"/>
                  <a:pt x="69" y="38"/>
                  <a:pt x="69" y="38"/>
                </a:cubicBezTo>
                <a:cubicBezTo>
                  <a:pt x="71" y="40"/>
                  <a:pt x="72" y="42"/>
                  <a:pt x="73" y="45"/>
                </a:cubicBezTo>
                <a:cubicBezTo>
                  <a:pt x="74" y="47"/>
                  <a:pt x="75" y="50"/>
                  <a:pt x="75" y="53"/>
                </a:cubicBezTo>
                <a:cubicBezTo>
                  <a:pt x="75" y="54"/>
                  <a:pt x="74" y="55"/>
                  <a:pt x="73" y="55"/>
                </a:cubicBezTo>
                <a:cubicBezTo>
                  <a:pt x="71" y="55"/>
                  <a:pt x="70" y="54"/>
                  <a:pt x="70" y="53"/>
                </a:cubicBezTo>
                <a:cubicBezTo>
                  <a:pt x="70" y="50"/>
                  <a:pt x="70" y="48"/>
                  <a:pt x="69" y="46"/>
                </a:cubicBezTo>
                <a:cubicBezTo>
                  <a:pt x="69" y="46"/>
                  <a:pt x="69" y="46"/>
                  <a:pt x="69" y="46"/>
                </a:cubicBezTo>
                <a:cubicBezTo>
                  <a:pt x="69" y="46"/>
                  <a:pt x="69" y="46"/>
                  <a:pt x="69" y="46"/>
                </a:cubicBezTo>
                <a:cubicBezTo>
                  <a:pt x="68" y="44"/>
                  <a:pt x="67" y="43"/>
                  <a:pt x="65" y="41"/>
                </a:cubicBezTo>
                <a:cubicBezTo>
                  <a:pt x="65" y="41"/>
                  <a:pt x="65" y="41"/>
                  <a:pt x="65" y="41"/>
                </a:cubicBezTo>
                <a:cubicBezTo>
                  <a:pt x="64" y="39"/>
                  <a:pt x="62" y="38"/>
                  <a:pt x="60" y="37"/>
                </a:cubicBezTo>
                <a:cubicBezTo>
                  <a:pt x="58" y="37"/>
                  <a:pt x="56" y="36"/>
                  <a:pt x="54" y="36"/>
                </a:cubicBezTo>
                <a:cubicBezTo>
                  <a:pt x="49" y="36"/>
                  <a:pt x="45" y="38"/>
                  <a:pt x="42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0" y="42"/>
                  <a:pt x="39" y="44"/>
                  <a:pt x="38" y="46"/>
                </a:cubicBezTo>
                <a:cubicBezTo>
                  <a:pt x="38" y="46"/>
                  <a:pt x="38" y="46"/>
                  <a:pt x="38" y="46"/>
                </a:cubicBezTo>
                <a:cubicBezTo>
                  <a:pt x="37" y="48"/>
                  <a:pt x="37" y="50"/>
                  <a:pt x="37" y="53"/>
                </a:cubicBezTo>
                <a:cubicBezTo>
                  <a:pt x="37" y="55"/>
                  <a:pt x="37" y="57"/>
                  <a:pt x="38" y="59"/>
                </a:cubicBezTo>
                <a:cubicBezTo>
                  <a:pt x="38" y="59"/>
                  <a:pt x="38" y="59"/>
                  <a:pt x="38" y="59"/>
                </a:cubicBezTo>
                <a:cubicBezTo>
                  <a:pt x="39" y="61"/>
                  <a:pt x="40" y="63"/>
                  <a:pt x="42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43" y="66"/>
                  <a:pt x="45" y="67"/>
                  <a:pt x="47" y="68"/>
                </a:cubicBezTo>
                <a:cubicBezTo>
                  <a:pt x="49" y="69"/>
                  <a:pt x="51" y="69"/>
                  <a:pt x="54" y="69"/>
                </a:cubicBezTo>
                <a:close/>
                <a:moveTo>
                  <a:pt x="54" y="84"/>
                </a:moveTo>
                <a:cubicBezTo>
                  <a:pt x="54" y="84"/>
                  <a:pt x="54" y="84"/>
                  <a:pt x="54" y="84"/>
                </a:cubicBezTo>
                <a:cubicBezTo>
                  <a:pt x="55" y="84"/>
                  <a:pt x="56" y="85"/>
                  <a:pt x="56" y="86"/>
                </a:cubicBezTo>
                <a:cubicBezTo>
                  <a:pt x="56" y="88"/>
                  <a:pt x="55" y="89"/>
                  <a:pt x="54" y="89"/>
                </a:cubicBezTo>
                <a:cubicBezTo>
                  <a:pt x="49" y="89"/>
                  <a:pt x="44" y="88"/>
                  <a:pt x="40" y="86"/>
                </a:cubicBezTo>
                <a:cubicBezTo>
                  <a:pt x="35" y="84"/>
                  <a:pt x="31" y="81"/>
                  <a:pt x="28" y="78"/>
                </a:cubicBezTo>
                <a:cubicBezTo>
                  <a:pt x="25" y="75"/>
                  <a:pt x="22" y="71"/>
                  <a:pt x="20" y="67"/>
                </a:cubicBezTo>
                <a:cubicBezTo>
                  <a:pt x="20" y="66"/>
                  <a:pt x="20" y="66"/>
                  <a:pt x="20" y="66"/>
                </a:cubicBezTo>
                <a:cubicBezTo>
                  <a:pt x="19" y="62"/>
                  <a:pt x="18" y="58"/>
                  <a:pt x="18" y="53"/>
                </a:cubicBezTo>
                <a:cubicBezTo>
                  <a:pt x="18" y="48"/>
                  <a:pt x="19" y="43"/>
                  <a:pt x="20" y="39"/>
                </a:cubicBezTo>
                <a:cubicBezTo>
                  <a:pt x="20" y="39"/>
                  <a:pt x="20" y="39"/>
                  <a:pt x="20" y="39"/>
                </a:cubicBezTo>
                <a:cubicBezTo>
                  <a:pt x="22" y="35"/>
                  <a:pt x="25" y="31"/>
                  <a:pt x="28" y="27"/>
                </a:cubicBezTo>
                <a:cubicBezTo>
                  <a:pt x="31" y="24"/>
                  <a:pt x="35" y="21"/>
                  <a:pt x="40" y="19"/>
                </a:cubicBezTo>
                <a:cubicBezTo>
                  <a:pt x="40" y="19"/>
                  <a:pt x="40" y="19"/>
                  <a:pt x="40" y="19"/>
                </a:cubicBezTo>
                <a:cubicBezTo>
                  <a:pt x="44" y="18"/>
                  <a:pt x="49" y="17"/>
                  <a:pt x="54" y="17"/>
                </a:cubicBezTo>
                <a:cubicBezTo>
                  <a:pt x="58" y="17"/>
                  <a:pt x="63" y="18"/>
                  <a:pt x="67" y="19"/>
                </a:cubicBezTo>
                <a:cubicBezTo>
                  <a:pt x="67" y="19"/>
                  <a:pt x="67" y="19"/>
                  <a:pt x="67" y="19"/>
                </a:cubicBezTo>
                <a:cubicBezTo>
                  <a:pt x="72" y="21"/>
                  <a:pt x="76" y="24"/>
                  <a:pt x="79" y="27"/>
                </a:cubicBezTo>
                <a:cubicBezTo>
                  <a:pt x="82" y="31"/>
                  <a:pt x="85" y="35"/>
                  <a:pt x="87" y="39"/>
                </a:cubicBezTo>
                <a:cubicBezTo>
                  <a:pt x="87" y="39"/>
                  <a:pt x="87" y="39"/>
                  <a:pt x="87" y="39"/>
                </a:cubicBezTo>
                <a:cubicBezTo>
                  <a:pt x="89" y="43"/>
                  <a:pt x="89" y="48"/>
                  <a:pt x="89" y="53"/>
                </a:cubicBezTo>
                <a:cubicBezTo>
                  <a:pt x="89" y="54"/>
                  <a:pt x="88" y="55"/>
                  <a:pt x="87" y="55"/>
                </a:cubicBezTo>
                <a:cubicBezTo>
                  <a:pt x="86" y="55"/>
                  <a:pt x="85" y="54"/>
                  <a:pt x="85" y="53"/>
                </a:cubicBezTo>
                <a:cubicBezTo>
                  <a:pt x="85" y="49"/>
                  <a:pt x="84" y="45"/>
                  <a:pt x="82" y="41"/>
                </a:cubicBezTo>
                <a:cubicBezTo>
                  <a:pt x="82" y="41"/>
                  <a:pt x="82" y="41"/>
                  <a:pt x="82" y="41"/>
                </a:cubicBezTo>
                <a:cubicBezTo>
                  <a:pt x="81" y="37"/>
                  <a:pt x="78" y="34"/>
                  <a:pt x="76" y="31"/>
                </a:cubicBezTo>
                <a:cubicBezTo>
                  <a:pt x="73" y="28"/>
                  <a:pt x="69" y="26"/>
                  <a:pt x="65" y="24"/>
                </a:cubicBezTo>
                <a:cubicBezTo>
                  <a:pt x="62" y="23"/>
                  <a:pt x="58" y="22"/>
                  <a:pt x="54" y="22"/>
                </a:cubicBezTo>
                <a:cubicBezTo>
                  <a:pt x="49" y="22"/>
                  <a:pt x="45" y="23"/>
                  <a:pt x="42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38" y="26"/>
                  <a:pt x="34" y="28"/>
                  <a:pt x="32" y="31"/>
                </a:cubicBezTo>
                <a:cubicBezTo>
                  <a:pt x="29" y="34"/>
                  <a:pt x="26" y="37"/>
                  <a:pt x="25" y="41"/>
                </a:cubicBezTo>
                <a:cubicBezTo>
                  <a:pt x="23" y="44"/>
                  <a:pt x="23" y="49"/>
                  <a:pt x="23" y="53"/>
                </a:cubicBezTo>
                <a:cubicBezTo>
                  <a:pt x="23" y="57"/>
                  <a:pt x="23" y="61"/>
                  <a:pt x="25" y="65"/>
                </a:cubicBezTo>
                <a:cubicBezTo>
                  <a:pt x="25" y="65"/>
                  <a:pt x="25" y="65"/>
                  <a:pt x="25" y="65"/>
                </a:cubicBezTo>
                <a:cubicBezTo>
                  <a:pt x="26" y="68"/>
                  <a:pt x="29" y="72"/>
                  <a:pt x="32" y="75"/>
                </a:cubicBezTo>
                <a:cubicBezTo>
                  <a:pt x="34" y="78"/>
                  <a:pt x="38" y="80"/>
                  <a:pt x="42" y="81"/>
                </a:cubicBezTo>
                <a:cubicBezTo>
                  <a:pt x="45" y="83"/>
                  <a:pt x="49" y="84"/>
                  <a:pt x="54" y="84"/>
                </a:cubicBezTo>
                <a:close/>
                <a:moveTo>
                  <a:pt x="54" y="98"/>
                </a:moveTo>
                <a:cubicBezTo>
                  <a:pt x="54" y="98"/>
                  <a:pt x="54" y="98"/>
                  <a:pt x="54" y="98"/>
                </a:cubicBezTo>
                <a:cubicBezTo>
                  <a:pt x="56" y="98"/>
                  <a:pt x="58" y="100"/>
                  <a:pt x="58" y="102"/>
                </a:cubicBezTo>
                <a:cubicBezTo>
                  <a:pt x="58" y="104"/>
                  <a:pt x="56" y="106"/>
                  <a:pt x="54" y="106"/>
                </a:cubicBezTo>
                <a:cubicBezTo>
                  <a:pt x="46" y="106"/>
                  <a:pt x="40" y="104"/>
                  <a:pt x="33" y="102"/>
                </a:cubicBezTo>
                <a:cubicBezTo>
                  <a:pt x="33" y="102"/>
                  <a:pt x="33" y="102"/>
                  <a:pt x="33" y="102"/>
                </a:cubicBezTo>
                <a:cubicBezTo>
                  <a:pt x="27" y="99"/>
                  <a:pt x="21" y="95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4" y="73"/>
                  <a:pt x="4" y="73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33" y="3"/>
                  <a:pt x="33" y="3"/>
                  <a:pt x="33" y="3"/>
                </a:cubicBezTo>
                <a:cubicBezTo>
                  <a:pt x="40" y="1"/>
                  <a:pt x="46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74" y="4"/>
                  <a:pt x="74" y="4"/>
                  <a:pt x="74" y="4"/>
                </a:cubicBezTo>
                <a:cubicBezTo>
                  <a:pt x="74" y="4"/>
                  <a:pt x="74" y="4"/>
                  <a:pt x="74" y="4"/>
                </a:cubicBezTo>
                <a:cubicBezTo>
                  <a:pt x="80" y="6"/>
                  <a:pt x="86" y="10"/>
                  <a:pt x="91" y="15"/>
                </a:cubicBezTo>
                <a:cubicBezTo>
                  <a:pt x="96" y="20"/>
                  <a:pt x="100" y="26"/>
                  <a:pt x="103" y="32"/>
                </a:cubicBezTo>
                <a:cubicBezTo>
                  <a:pt x="103" y="33"/>
                  <a:pt x="103" y="33"/>
                  <a:pt x="103" y="33"/>
                </a:cubicBezTo>
                <a:cubicBezTo>
                  <a:pt x="105" y="39"/>
                  <a:pt x="107" y="46"/>
                  <a:pt x="107" y="53"/>
                </a:cubicBezTo>
                <a:cubicBezTo>
                  <a:pt x="107" y="55"/>
                  <a:pt x="105" y="57"/>
                  <a:pt x="103" y="57"/>
                </a:cubicBezTo>
                <a:cubicBezTo>
                  <a:pt x="100" y="57"/>
                  <a:pt x="99" y="55"/>
                  <a:pt x="99" y="53"/>
                </a:cubicBezTo>
                <a:cubicBezTo>
                  <a:pt x="99" y="47"/>
                  <a:pt x="97" y="41"/>
                  <a:pt x="95" y="36"/>
                </a:cubicBezTo>
                <a:cubicBezTo>
                  <a:pt x="95" y="36"/>
                  <a:pt x="95" y="36"/>
                  <a:pt x="95" y="36"/>
                </a:cubicBezTo>
                <a:cubicBezTo>
                  <a:pt x="93" y="30"/>
                  <a:pt x="90" y="25"/>
                  <a:pt x="85" y="21"/>
                </a:cubicBezTo>
                <a:cubicBezTo>
                  <a:pt x="81" y="17"/>
                  <a:pt x="76" y="13"/>
                  <a:pt x="71" y="11"/>
                </a:cubicBezTo>
                <a:cubicBezTo>
                  <a:pt x="66" y="9"/>
                  <a:pt x="60" y="8"/>
                  <a:pt x="54" y="8"/>
                </a:cubicBezTo>
                <a:cubicBezTo>
                  <a:pt x="47" y="8"/>
                  <a:pt x="42" y="9"/>
                  <a:pt x="37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31" y="13"/>
                  <a:pt x="26" y="17"/>
                  <a:pt x="22" y="21"/>
                </a:cubicBezTo>
                <a:cubicBezTo>
                  <a:pt x="18" y="25"/>
                  <a:pt x="14" y="30"/>
                  <a:pt x="12" y="36"/>
                </a:cubicBezTo>
                <a:cubicBezTo>
                  <a:pt x="10" y="41"/>
                  <a:pt x="9" y="47"/>
                  <a:pt x="9" y="53"/>
                </a:cubicBezTo>
                <a:cubicBezTo>
                  <a:pt x="9" y="59"/>
                  <a:pt x="10" y="65"/>
                  <a:pt x="12" y="70"/>
                </a:cubicBezTo>
                <a:cubicBezTo>
                  <a:pt x="12" y="70"/>
                  <a:pt x="12" y="70"/>
                  <a:pt x="12" y="70"/>
                </a:cubicBezTo>
                <a:cubicBezTo>
                  <a:pt x="14" y="75"/>
                  <a:pt x="18" y="80"/>
                  <a:pt x="22" y="85"/>
                </a:cubicBezTo>
                <a:cubicBezTo>
                  <a:pt x="26" y="89"/>
                  <a:pt x="31" y="92"/>
                  <a:pt x="36" y="94"/>
                </a:cubicBezTo>
                <a:cubicBezTo>
                  <a:pt x="42" y="97"/>
                  <a:pt x="47" y="98"/>
                  <a:pt x="54" y="98"/>
                </a:cubicBezTo>
                <a:close/>
                <a:moveTo>
                  <a:pt x="99" y="76"/>
                </a:moveTo>
                <a:cubicBezTo>
                  <a:pt x="99" y="76"/>
                  <a:pt x="99" y="76"/>
                  <a:pt x="99" y="76"/>
                </a:cubicBezTo>
                <a:cubicBezTo>
                  <a:pt x="65" y="65"/>
                  <a:pt x="65" y="65"/>
                  <a:pt x="65" y="65"/>
                </a:cubicBezTo>
                <a:cubicBezTo>
                  <a:pt x="77" y="98"/>
                  <a:pt x="77" y="98"/>
                  <a:pt x="77" y="98"/>
                </a:cubicBezTo>
                <a:cubicBezTo>
                  <a:pt x="82" y="88"/>
                  <a:pt x="82" y="88"/>
                  <a:pt x="82" y="88"/>
                </a:cubicBezTo>
                <a:cubicBezTo>
                  <a:pt x="82" y="88"/>
                  <a:pt x="82" y="88"/>
                  <a:pt x="82" y="88"/>
                </a:cubicBezTo>
                <a:cubicBezTo>
                  <a:pt x="82" y="87"/>
                  <a:pt x="82" y="87"/>
                  <a:pt x="83" y="87"/>
                </a:cubicBezTo>
                <a:cubicBezTo>
                  <a:pt x="84" y="86"/>
                  <a:pt x="85" y="86"/>
                  <a:pt x="86" y="87"/>
                </a:cubicBezTo>
                <a:cubicBezTo>
                  <a:pt x="96" y="97"/>
                  <a:pt x="96" y="97"/>
                  <a:pt x="96" y="97"/>
                </a:cubicBezTo>
                <a:cubicBezTo>
                  <a:pt x="98" y="95"/>
                  <a:pt x="98" y="95"/>
                  <a:pt x="98" y="95"/>
                </a:cubicBezTo>
                <a:cubicBezTo>
                  <a:pt x="88" y="85"/>
                  <a:pt x="88" y="85"/>
                  <a:pt x="88" y="85"/>
                </a:cubicBezTo>
                <a:cubicBezTo>
                  <a:pt x="88" y="85"/>
                  <a:pt x="87" y="85"/>
                  <a:pt x="87" y="85"/>
                </a:cubicBezTo>
                <a:cubicBezTo>
                  <a:pt x="87" y="83"/>
                  <a:pt x="87" y="82"/>
                  <a:pt x="88" y="81"/>
                </a:cubicBezTo>
                <a:cubicBezTo>
                  <a:pt x="99" y="76"/>
                  <a:pt x="99" y="76"/>
                  <a:pt x="99" y="7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8" name="Freeform 39"/>
          <p:cNvSpPr>
            <a:spLocks noEditPoints="1"/>
          </p:cNvSpPr>
          <p:nvPr/>
        </p:nvSpPr>
        <p:spPr bwMode="auto">
          <a:xfrm>
            <a:off x="5455913" y="3358418"/>
            <a:ext cx="314950" cy="318246"/>
          </a:xfrm>
          <a:custGeom>
            <a:avLst/>
            <a:gdLst>
              <a:gd name="T0" fmla="*/ 66 w 106"/>
              <a:gd name="T1" fmla="*/ 0 h 107"/>
              <a:gd name="T2" fmla="*/ 68 w 106"/>
              <a:gd name="T3" fmla="*/ 0 h 107"/>
              <a:gd name="T4" fmla="*/ 77 w 106"/>
              <a:gd name="T5" fmla="*/ 4 h 107"/>
              <a:gd name="T6" fmla="*/ 72 w 106"/>
              <a:gd name="T7" fmla="*/ 8 h 107"/>
              <a:gd name="T8" fmla="*/ 103 w 106"/>
              <a:gd name="T9" fmla="*/ 96 h 107"/>
              <a:gd name="T10" fmla="*/ 96 w 106"/>
              <a:gd name="T11" fmla="*/ 107 h 107"/>
              <a:gd name="T12" fmla="*/ 10 w 106"/>
              <a:gd name="T13" fmla="*/ 107 h 107"/>
              <a:gd name="T14" fmla="*/ 3 w 106"/>
              <a:gd name="T15" fmla="*/ 95 h 107"/>
              <a:gd name="T16" fmla="*/ 34 w 106"/>
              <a:gd name="T17" fmla="*/ 8 h 107"/>
              <a:gd name="T18" fmla="*/ 29 w 106"/>
              <a:gd name="T19" fmla="*/ 4 h 107"/>
              <a:gd name="T20" fmla="*/ 38 w 106"/>
              <a:gd name="T21" fmla="*/ 0 h 107"/>
              <a:gd name="T22" fmla="*/ 38 w 106"/>
              <a:gd name="T23" fmla="*/ 0 h 107"/>
              <a:gd name="T24" fmla="*/ 27 w 106"/>
              <a:gd name="T25" fmla="*/ 86 h 107"/>
              <a:gd name="T26" fmla="*/ 30 w 106"/>
              <a:gd name="T27" fmla="*/ 89 h 107"/>
              <a:gd name="T28" fmla="*/ 25 w 106"/>
              <a:gd name="T29" fmla="*/ 89 h 107"/>
              <a:gd name="T30" fmla="*/ 40 w 106"/>
              <a:gd name="T31" fmla="*/ 79 h 107"/>
              <a:gd name="T32" fmla="*/ 43 w 106"/>
              <a:gd name="T33" fmla="*/ 82 h 107"/>
              <a:gd name="T34" fmla="*/ 38 w 106"/>
              <a:gd name="T35" fmla="*/ 82 h 107"/>
              <a:gd name="T36" fmla="*/ 36 w 106"/>
              <a:gd name="T37" fmla="*/ 63 h 107"/>
              <a:gd name="T38" fmla="*/ 39 w 106"/>
              <a:gd name="T39" fmla="*/ 65 h 107"/>
              <a:gd name="T40" fmla="*/ 34 w 106"/>
              <a:gd name="T41" fmla="*/ 65 h 107"/>
              <a:gd name="T42" fmla="*/ 37 w 106"/>
              <a:gd name="T43" fmla="*/ 87 h 107"/>
              <a:gd name="T44" fmla="*/ 41 w 106"/>
              <a:gd name="T45" fmla="*/ 92 h 107"/>
              <a:gd name="T46" fmla="*/ 33 w 106"/>
              <a:gd name="T47" fmla="*/ 92 h 107"/>
              <a:gd name="T48" fmla="*/ 32 w 106"/>
              <a:gd name="T49" fmla="*/ 72 h 107"/>
              <a:gd name="T50" fmla="*/ 36 w 106"/>
              <a:gd name="T51" fmla="*/ 76 h 107"/>
              <a:gd name="T52" fmla="*/ 28 w 106"/>
              <a:gd name="T53" fmla="*/ 76 h 107"/>
              <a:gd name="T54" fmla="*/ 37 w 106"/>
              <a:gd name="T55" fmla="*/ 53 h 107"/>
              <a:gd name="T56" fmla="*/ 69 w 106"/>
              <a:gd name="T57" fmla="*/ 53 h 107"/>
              <a:gd name="T58" fmla="*/ 64 w 106"/>
              <a:gd name="T59" fmla="*/ 42 h 107"/>
              <a:gd name="T60" fmla="*/ 42 w 106"/>
              <a:gd name="T61" fmla="*/ 8 h 107"/>
              <a:gd name="T62" fmla="*/ 42 w 106"/>
              <a:gd name="T63" fmla="*/ 42 h 107"/>
              <a:gd name="T64" fmla="*/ 37 w 106"/>
              <a:gd name="T65" fmla="*/ 53 h 107"/>
              <a:gd name="T66" fmla="*/ 72 w 106"/>
              <a:gd name="T67" fmla="*/ 58 h 107"/>
              <a:gd name="T68" fmla="*/ 11 w 106"/>
              <a:gd name="T69" fmla="*/ 98 h 107"/>
              <a:gd name="T70" fmla="*/ 72 w 106"/>
              <a:gd name="T71" fmla="*/ 58 h 107"/>
              <a:gd name="T72" fmla="*/ 49 w 106"/>
              <a:gd name="T73" fmla="*/ 91 h 107"/>
              <a:gd name="T74" fmla="*/ 49 w 106"/>
              <a:gd name="T75" fmla="*/ 86 h 107"/>
              <a:gd name="T76" fmla="*/ 60 w 106"/>
              <a:gd name="T77" fmla="*/ 88 h 107"/>
              <a:gd name="T78" fmla="*/ 49 w 106"/>
              <a:gd name="T79" fmla="*/ 91 h 107"/>
              <a:gd name="T80" fmla="*/ 51 w 106"/>
              <a:gd name="T81" fmla="*/ 78 h 107"/>
              <a:gd name="T82" fmla="*/ 51 w 106"/>
              <a:gd name="T83" fmla="*/ 73 h 107"/>
              <a:gd name="T84" fmla="*/ 57 w 106"/>
              <a:gd name="T85" fmla="*/ 75 h 107"/>
              <a:gd name="T86" fmla="*/ 51 w 106"/>
              <a:gd name="T87" fmla="*/ 78 h 107"/>
              <a:gd name="T88" fmla="*/ 51 w 106"/>
              <a:gd name="T89" fmla="*/ 51 h 107"/>
              <a:gd name="T90" fmla="*/ 51 w 106"/>
              <a:gd name="T91" fmla="*/ 46 h 107"/>
              <a:gd name="T92" fmla="*/ 57 w 106"/>
              <a:gd name="T93" fmla="*/ 49 h 107"/>
              <a:gd name="T94" fmla="*/ 51 w 106"/>
              <a:gd name="T95" fmla="*/ 51 h 107"/>
              <a:gd name="T96" fmla="*/ 49 w 106"/>
              <a:gd name="T97" fmla="*/ 64 h 107"/>
              <a:gd name="T98" fmla="*/ 49 w 106"/>
              <a:gd name="T99" fmla="*/ 60 h 107"/>
              <a:gd name="T100" fmla="*/ 60 w 106"/>
              <a:gd name="T101" fmla="*/ 62 h 107"/>
              <a:gd name="T102" fmla="*/ 49 w 106"/>
              <a:gd name="T103" fmla="*/ 64 h 107"/>
              <a:gd name="T104" fmla="*/ 49 w 106"/>
              <a:gd name="T105" fmla="*/ 38 h 107"/>
              <a:gd name="T106" fmla="*/ 49 w 106"/>
              <a:gd name="T107" fmla="*/ 33 h 107"/>
              <a:gd name="T108" fmla="*/ 60 w 106"/>
              <a:gd name="T109" fmla="*/ 36 h 107"/>
              <a:gd name="T110" fmla="*/ 49 w 106"/>
              <a:gd name="T111" fmla="*/ 38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6" h="107">
                <a:moveTo>
                  <a:pt x="40" y="0"/>
                </a:moveTo>
                <a:cubicBezTo>
                  <a:pt x="66" y="0"/>
                  <a:pt x="66" y="0"/>
                  <a:pt x="66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5" y="0"/>
                  <a:pt x="77" y="2"/>
                  <a:pt x="77" y="4"/>
                </a:cubicBezTo>
                <a:cubicBezTo>
                  <a:pt x="77" y="7"/>
                  <a:pt x="75" y="8"/>
                  <a:pt x="73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2" y="41"/>
                  <a:pt x="72" y="41"/>
                  <a:pt x="72" y="41"/>
                </a:cubicBezTo>
                <a:cubicBezTo>
                  <a:pt x="103" y="96"/>
                  <a:pt x="103" y="96"/>
                  <a:pt x="103" y="96"/>
                </a:cubicBezTo>
                <a:cubicBezTo>
                  <a:pt x="106" y="100"/>
                  <a:pt x="102" y="107"/>
                  <a:pt x="96" y="107"/>
                </a:cubicBezTo>
                <a:cubicBezTo>
                  <a:pt x="96" y="107"/>
                  <a:pt x="96" y="107"/>
                  <a:pt x="96" y="107"/>
                </a:cubicBezTo>
                <a:cubicBezTo>
                  <a:pt x="10" y="107"/>
                  <a:pt x="10" y="107"/>
                  <a:pt x="10" y="107"/>
                </a:cubicBezTo>
                <a:cubicBezTo>
                  <a:pt x="10" y="107"/>
                  <a:pt x="10" y="107"/>
                  <a:pt x="10" y="107"/>
                </a:cubicBezTo>
                <a:cubicBezTo>
                  <a:pt x="4" y="107"/>
                  <a:pt x="0" y="100"/>
                  <a:pt x="3" y="96"/>
                </a:cubicBezTo>
                <a:cubicBezTo>
                  <a:pt x="3" y="95"/>
                  <a:pt x="3" y="95"/>
                  <a:pt x="3" y="95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8"/>
                  <a:pt x="34" y="8"/>
                  <a:pt x="34" y="8"/>
                </a:cubicBezTo>
                <a:cubicBezTo>
                  <a:pt x="33" y="8"/>
                  <a:pt x="33" y="8"/>
                  <a:pt x="33" y="8"/>
                </a:cubicBezTo>
                <a:cubicBezTo>
                  <a:pt x="31" y="8"/>
                  <a:pt x="29" y="7"/>
                  <a:pt x="29" y="4"/>
                </a:cubicBezTo>
                <a:cubicBezTo>
                  <a:pt x="29" y="2"/>
                  <a:pt x="31" y="0"/>
                  <a:pt x="33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0" y="0"/>
                  <a:pt x="40" y="0"/>
                </a:cubicBezTo>
                <a:close/>
                <a:moveTo>
                  <a:pt x="27" y="86"/>
                </a:moveTo>
                <a:cubicBezTo>
                  <a:pt x="27" y="86"/>
                  <a:pt x="27" y="86"/>
                  <a:pt x="27" y="86"/>
                </a:cubicBezTo>
                <a:cubicBezTo>
                  <a:pt x="29" y="86"/>
                  <a:pt x="30" y="87"/>
                  <a:pt x="30" y="89"/>
                </a:cubicBezTo>
                <a:cubicBezTo>
                  <a:pt x="30" y="90"/>
                  <a:pt x="29" y="91"/>
                  <a:pt x="27" y="91"/>
                </a:cubicBezTo>
                <a:cubicBezTo>
                  <a:pt x="26" y="91"/>
                  <a:pt x="25" y="90"/>
                  <a:pt x="25" y="89"/>
                </a:cubicBezTo>
                <a:cubicBezTo>
                  <a:pt x="25" y="87"/>
                  <a:pt x="26" y="86"/>
                  <a:pt x="27" y="86"/>
                </a:cubicBezTo>
                <a:close/>
                <a:moveTo>
                  <a:pt x="40" y="79"/>
                </a:moveTo>
                <a:cubicBezTo>
                  <a:pt x="40" y="79"/>
                  <a:pt x="40" y="79"/>
                  <a:pt x="40" y="79"/>
                </a:cubicBezTo>
                <a:cubicBezTo>
                  <a:pt x="42" y="79"/>
                  <a:pt x="43" y="80"/>
                  <a:pt x="43" y="82"/>
                </a:cubicBezTo>
                <a:cubicBezTo>
                  <a:pt x="43" y="83"/>
                  <a:pt x="42" y="84"/>
                  <a:pt x="40" y="84"/>
                </a:cubicBezTo>
                <a:cubicBezTo>
                  <a:pt x="39" y="84"/>
                  <a:pt x="38" y="83"/>
                  <a:pt x="38" y="82"/>
                </a:cubicBezTo>
                <a:cubicBezTo>
                  <a:pt x="38" y="80"/>
                  <a:pt x="39" y="79"/>
                  <a:pt x="40" y="79"/>
                </a:cubicBezTo>
                <a:close/>
                <a:moveTo>
                  <a:pt x="36" y="63"/>
                </a:moveTo>
                <a:cubicBezTo>
                  <a:pt x="36" y="63"/>
                  <a:pt x="36" y="63"/>
                  <a:pt x="36" y="63"/>
                </a:cubicBezTo>
                <a:cubicBezTo>
                  <a:pt x="38" y="63"/>
                  <a:pt x="39" y="64"/>
                  <a:pt x="39" y="65"/>
                </a:cubicBezTo>
                <a:cubicBezTo>
                  <a:pt x="39" y="67"/>
                  <a:pt x="38" y="68"/>
                  <a:pt x="36" y="68"/>
                </a:cubicBezTo>
                <a:cubicBezTo>
                  <a:pt x="35" y="68"/>
                  <a:pt x="34" y="67"/>
                  <a:pt x="34" y="65"/>
                </a:cubicBezTo>
                <a:cubicBezTo>
                  <a:pt x="34" y="64"/>
                  <a:pt x="35" y="63"/>
                  <a:pt x="36" y="63"/>
                </a:cubicBezTo>
                <a:close/>
                <a:moveTo>
                  <a:pt x="37" y="87"/>
                </a:moveTo>
                <a:cubicBezTo>
                  <a:pt x="37" y="87"/>
                  <a:pt x="37" y="87"/>
                  <a:pt x="37" y="87"/>
                </a:cubicBezTo>
                <a:cubicBezTo>
                  <a:pt x="39" y="87"/>
                  <a:pt x="41" y="89"/>
                  <a:pt x="41" y="92"/>
                </a:cubicBezTo>
                <a:cubicBezTo>
                  <a:pt x="41" y="94"/>
                  <a:pt x="39" y="96"/>
                  <a:pt x="37" y="96"/>
                </a:cubicBezTo>
                <a:cubicBezTo>
                  <a:pt x="35" y="96"/>
                  <a:pt x="33" y="94"/>
                  <a:pt x="33" y="92"/>
                </a:cubicBezTo>
                <a:cubicBezTo>
                  <a:pt x="33" y="89"/>
                  <a:pt x="35" y="87"/>
                  <a:pt x="37" y="87"/>
                </a:cubicBezTo>
                <a:close/>
                <a:moveTo>
                  <a:pt x="32" y="72"/>
                </a:moveTo>
                <a:cubicBezTo>
                  <a:pt x="32" y="72"/>
                  <a:pt x="32" y="72"/>
                  <a:pt x="32" y="72"/>
                </a:cubicBezTo>
                <a:cubicBezTo>
                  <a:pt x="34" y="72"/>
                  <a:pt x="36" y="74"/>
                  <a:pt x="36" y="76"/>
                </a:cubicBezTo>
                <a:cubicBezTo>
                  <a:pt x="36" y="78"/>
                  <a:pt x="34" y="80"/>
                  <a:pt x="32" y="80"/>
                </a:cubicBezTo>
                <a:cubicBezTo>
                  <a:pt x="30" y="80"/>
                  <a:pt x="28" y="78"/>
                  <a:pt x="28" y="76"/>
                </a:cubicBezTo>
                <a:cubicBezTo>
                  <a:pt x="28" y="74"/>
                  <a:pt x="30" y="72"/>
                  <a:pt x="32" y="72"/>
                </a:cubicBezTo>
                <a:close/>
                <a:moveTo>
                  <a:pt x="37" y="53"/>
                </a:moveTo>
                <a:cubicBezTo>
                  <a:pt x="37" y="53"/>
                  <a:pt x="37" y="53"/>
                  <a:pt x="37" y="53"/>
                </a:cubicBezTo>
                <a:cubicBezTo>
                  <a:pt x="69" y="53"/>
                  <a:pt x="69" y="53"/>
                  <a:pt x="69" y="53"/>
                </a:cubicBezTo>
                <a:cubicBezTo>
                  <a:pt x="64" y="45"/>
                  <a:pt x="64" y="45"/>
                  <a:pt x="64" y="45"/>
                </a:cubicBezTo>
                <a:cubicBezTo>
                  <a:pt x="64" y="44"/>
                  <a:pt x="64" y="43"/>
                  <a:pt x="64" y="42"/>
                </a:cubicBezTo>
                <a:cubicBezTo>
                  <a:pt x="64" y="8"/>
                  <a:pt x="64" y="8"/>
                  <a:pt x="64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42"/>
                  <a:pt x="42" y="42"/>
                  <a:pt x="42" y="42"/>
                </a:cubicBezTo>
                <a:cubicBezTo>
                  <a:pt x="42" y="42"/>
                  <a:pt x="42" y="42"/>
                  <a:pt x="42" y="42"/>
                </a:cubicBezTo>
                <a:cubicBezTo>
                  <a:pt x="42" y="43"/>
                  <a:pt x="42" y="44"/>
                  <a:pt x="42" y="44"/>
                </a:cubicBezTo>
                <a:cubicBezTo>
                  <a:pt x="37" y="53"/>
                  <a:pt x="37" y="53"/>
                  <a:pt x="37" y="53"/>
                </a:cubicBezTo>
                <a:close/>
                <a:moveTo>
                  <a:pt x="72" y="58"/>
                </a:moveTo>
                <a:cubicBezTo>
                  <a:pt x="72" y="58"/>
                  <a:pt x="72" y="58"/>
                  <a:pt x="72" y="58"/>
                </a:cubicBezTo>
                <a:cubicBezTo>
                  <a:pt x="34" y="58"/>
                  <a:pt x="34" y="58"/>
                  <a:pt x="34" y="58"/>
                </a:cubicBezTo>
                <a:cubicBezTo>
                  <a:pt x="11" y="98"/>
                  <a:pt x="11" y="98"/>
                  <a:pt x="11" y="98"/>
                </a:cubicBezTo>
                <a:cubicBezTo>
                  <a:pt x="95" y="98"/>
                  <a:pt x="95" y="98"/>
                  <a:pt x="95" y="98"/>
                </a:cubicBezTo>
                <a:cubicBezTo>
                  <a:pt x="72" y="58"/>
                  <a:pt x="72" y="58"/>
                  <a:pt x="72" y="58"/>
                </a:cubicBezTo>
                <a:close/>
                <a:moveTo>
                  <a:pt x="49" y="91"/>
                </a:moveTo>
                <a:cubicBezTo>
                  <a:pt x="49" y="91"/>
                  <a:pt x="49" y="91"/>
                  <a:pt x="49" y="91"/>
                </a:cubicBezTo>
                <a:cubicBezTo>
                  <a:pt x="47" y="91"/>
                  <a:pt x="46" y="90"/>
                  <a:pt x="46" y="88"/>
                </a:cubicBezTo>
                <a:cubicBezTo>
                  <a:pt x="46" y="87"/>
                  <a:pt x="47" y="86"/>
                  <a:pt x="49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9" y="86"/>
                  <a:pt x="60" y="87"/>
                  <a:pt x="60" y="88"/>
                </a:cubicBezTo>
                <a:cubicBezTo>
                  <a:pt x="60" y="90"/>
                  <a:pt x="59" y="91"/>
                  <a:pt x="57" y="91"/>
                </a:cubicBezTo>
                <a:cubicBezTo>
                  <a:pt x="49" y="91"/>
                  <a:pt x="49" y="91"/>
                  <a:pt x="49" y="91"/>
                </a:cubicBezTo>
                <a:close/>
                <a:moveTo>
                  <a:pt x="51" y="78"/>
                </a:moveTo>
                <a:cubicBezTo>
                  <a:pt x="51" y="78"/>
                  <a:pt x="51" y="78"/>
                  <a:pt x="51" y="78"/>
                </a:cubicBezTo>
                <a:cubicBezTo>
                  <a:pt x="50" y="78"/>
                  <a:pt x="49" y="76"/>
                  <a:pt x="49" y="75"/>
                </a:cubicBezTo>
                <a:cubicBezTo>
                  <a:pt x="49" y="74"/>
                  <a:pt x="50" y="73"/>
                  <a:pt x="51" y="73"/>
                </a:cubicBezTo>
                <a:cubicBezTo>
                  <a:pt x="55" y="73"/>
                  <a:pt x="55" y="73"/>
                  <a:pt x="55" y="73"/>
                </a:cubicBezTo>
                <a:cubicBezTo>
                  <a:pt x="56" y="73"/>
                  <a:pt x="57" y="74"/>
                  <a:pt x="57" y="75"/>
                </a:cubicBezTo>
                <a:cubicBezTo>
                  <a:pt x="57" y="76"/>
                  <a:pt x="56" y="78"/>
                  <a:pt x="55" y="78"/>
                </a:cubicBezTo>
                <a:cubicBezTo>
                  <a:pt x="51" y="78"/>
                  <a:pt x="51" y="78"/>
                  <a:pt x="51" y="78"/>
                </a:cubicBezTo>
                <a:close/>
                <a:moveTo>
                  <a:pt x="51" y="51"/>
                </a:moveTo>
                <a:cubicBezTo>
                  <a:pt x="51" y="51"/>
                  <a:pt x="51" y="51"/>
                  <a:pt x="51" y="51"/>
                </a:cubicBezTo>
                <a:cubicBezTo>
                  <a:pt x="50" y="51"/>
                  <a:pt x="49" y="50"/>
                  <a:pt x="49" y="49"/>
                </a:cubicBezTo>
                <a:cubicBezTo>
                  <a:pt x="49" y="47"/>
                  <a:pt x="50" y="46"/>
                  <a:pt x="51" y="46"/>
                </a:cubicBezTo>
                <a:cubicBezTo>
                  <a:pt x="55" y="46"/>
                  <a:pt x="55" y="46"/>
                  <a:pt x="55" y="46"/>
                </a:cubicBezTo>
                <a:cubicBezTo>
                  <a:pt x="56" y="46"/>
                  <a:pt x="57" y="47"/>
                  <a:pt x="57" y="49"/>
                </a:cubicBezTo>
                <a:cubicBezTo>
                  <a:pt x="57" y="50"/>
                  <a:pt x="56" y="51"/>
                  <a:pt x="55" y="51"/>
                </a:cubicBezTo>
                <a:cubicBezTo>
                  <a:pt x="51" y="51"/>
                  <a:pt x="51" y="51"/>
                  <a:pt x="51" y="51"/>
                </a:cubicBezTo>
                <a:close/>
                <a:moveTo>
                  <a:pt x="49" y="64"/>
                </a:moveTo>
                <a:cubicBezTo>
                  <a:pt x="49" y="64"/>
                  <a:pt x="49" y="64"/>
                  <a:pt x="49" y="64"/>
                </a:cubicBezTo>
                <a:cubicBezTo>
                  <a:pt x="47" y="64"/>
                  <a:pt x="46" y="63"/>
                  <a:pt x="46" y="62"/>
                </a:cubicBezTo>
                <a:cubicBezTo>
                  <a:pt x="46" y="61"/>
                  <a:pt x="47" y="60"/>
                  <a:pt x="49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9" y="60"/>
                  <a:pt x="60" y="61"/>
                  <a:pt x="60" y="62"/>
                </a:cubicBezTo>
                <a:cubicBezTo>
                  <a:pt x="60" y="63"/>
                  <a:pt x="59" y="64"/>
                  <a:pt x="57" y="64"/>
                </a:cubicBezTo>
                <a:cubicBezTo>
                  <a:pt x="49" y="64"/>
                  <a:pt x="49" y="64"/>
                  <a:pt x="49" y="64"/>
                </a:cubicBezTo>
                <a:close/>
                <a:moveTo>
                  <a:pt x="49" y="38"/>
                </a:moveTo>
                <a:cubicBezTo>
                  <a:pt x="49" y="38"/>
                  <a:pt x="49" y="38"/>
                  <a:pt x="49" y="38"/>
                </a:cubicBezTo>
                <a:cubicBezTo>
                  <a:pt x="47" y="38"/>
                  <a:pt x="46" y="37"/>
                  <a:pt x="46" y="36"/>
                </a:cubicBezTo>
                <a:cubicBezTo>
                  <a:pt x="46" y="34"/>
                  <a:pt x="47" y="33"/>
                  <a:pt x="49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9" y="33"/>
                  <a:pt x="60" y="34"/>
                  <a:pt x="60" y="36"/>
                </a:cubicBezTo>
                <a:cubicBezTo>
                  <a:pt x="60" y="37"/>
                  <a:pt x="59" y="38"/>
                  <a:pt x="57" y="38"/>
                </a:cubicBezTo>
                <a:cubicBezTo>
                  <a:pt x="49" y="38"/>
                  <a:pt x="49" y="38"/>
                  <a:pt x="49" y="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6410094" y="5688332"/>
            <a:ext cx="321482" cy="289314"/>
          </a:xfrm>
          <a:custGeom>
            <a:avLst/>
            <a:gdLst>
              <a:gd name="T0" fmla="*/ 2 w 108"/>
              <a:gd name="T1" fmla="*/ 72 h 98"/>
              <a:gd name="T2" fmla="*/ 28 w 108"/>
              <a:gd name="T3" fmla="*/ 74 h 98"/>
              <a:gd name="T4" fmla="*/ 28 w 108"/>
              <a:gd name="T5" fmla="*/ 95 h 98"/>
              <a:gd name="T6" fmla="*/ 25 w 108"/>
              <a:gd name="T7" fmla="*/ 98 h 98"/>
              <a:gd name="T8" fmla="*/ 0 w 108"/>
              <a:gd name="T9" fmla="*/ 95 h 98"/>
              <a:gd name="T10" fmla="*/ 0 w 108"/>
              <a:gd name="T11" fmla="*/ 74 h 98"/>
              <a:gd name="T12" fmla="*/ 63 w 108"/>
              <a:gd name="T13" fmla="*/ 15 h 98"/>
              <a:gd name="T14" fmla="*/ 43 w 108"/>
              <a:gd name="T15" fmla="*/ 31 h 98"/>
              <a:gd name="T16" fmla="*/ 4 w 108"/>
              <a:gd name="T17" fmla="*/ 40 h 98"/>
              <a:gd name="T18" fmla="*/ 39 w 108"/>
              <a:gd name="T19" fmla="*/ 24 h 98"/>
              <a:gd name="T20" fmla="*/ 41 w 108"/>
              <a:gd name="T21" fmla="*/ 8 h 98"/>
              <a:gd name="T22" fmla="*/ 41 w 108"/>
              <a:gd name="T23" fmla="*/ 0 h 98"/>
              <a:gd name="T24" fmla="*/ 71 w 108"/>
              <a:gd name="T25" fmla="*/ 4 h 98"/>
              <a:gd name="T26" fmla="*/ 71 w 108"/>
              <a:gd name="T27" fmla="*/ 30 h 98"/>
              <a:gd name="T28" fmla="*/ 63 w 108"/>
              <a:gd name="T29" fmla="*/ 30 h 98"/>
              <a:gd name="T30" fmla="*/ 83 w 108"/>
              <a:gd name="T31" fmla="*/ 16 h 98"/>
              <a:gd name="T32" fmla="*/ 83 w 108"/>
              <a:gd name="T33" fmla="*/ 16 h 98"/>
              <a:gd name="T34" fmla="*/ 108 w 108"/>
              <a:gd name="T35" fmla="*/ 19 h 98"/>
              <a:gd name="T36" fmla="*/ 108 w 108"/>
              <a:gd name="T37" fmla="*/ 95 h 98"/>
              <a:gd name="T38" fmla="*/ 106 w 108"/>
              <a:gd name="T39" fmla="*/ 98 h 98"/>
              <a:gd name="T40" fmla="*/ 80 w 108"/>
              <a:gd name="T41" fmla="*/ 95 h 98"/>
              <a:gd name="T42" fmla="*/ 80 w 108"/>
              <a:gd name="T43" fmla="*/ 19 h 98"/>
              <a:gd name="T44" fmla="*/ 103 w 108"/>
              <a:gd name="T45" fmla="*/ 21 h 98"/>
              <a:gd name="T46" fmla="*/ 85 w 108"/>
              <a:gd name="T47" fmla="*/ 21 h 98"/>
              <a:gd name="T48" fmla="*/ 103 w 108"/>
              <a:gd name="T49" fmla="*/ 93 h 98"/>
              <a:gd name="T50" fmla="*/ 42 w 108"/>
              <a:gd name="T51" fmla="*/ 44 h 98"/>
              <a:gd name="T52" fmla="*/ 43 w 108"/>
              <a:gd name="T53" fmla="*/ 44 h 98"/>
              <a:gd name="T54" fmla="*/ 68 w 108"/>
              <a:gd name="T55" fmla="*/ 46 h 98"/>
              <a:gd name="T56" fmla="*/ 68 w 108"/>
              <a:gd name="T57" fmla="*/ 95 h 98"/>
              <a:gd name="T58" fmla="*/ 65 w 108"/>
              <a:gd name="T59" fmla="*/ 98 h 98"/>
              <a:gd name="T60" fmla="*/ 40 w 108"/>
              <a:gd name="T61" fmla="*/ 95 h 98"/>
              <a:gd name="T62" fmla="*/ 40 w 108"/>
              <a:gd name="T63" fmla="*/ 46 h 98"/>
              <a:gd name="T64" fmla="*/ 63 w 108"/>
              <a:gd name="T65" fmla="*/ 49 h 98"/>
              <a:gd name="T66" fmla="*/ 45 w 108"/>
              <a:gd name="T67" fmla="*/ 49 h 98"/>
              <a:gd name="T68" fmla="*/ 63 w 108"/>
              <a:gd name="T69" fmla="*/ 93 h 98"/>
              <a:gd name="T70" fmla="*/ 23 w 108"/>
              <a:gd name="T71" fmla="*/ 77 h 98"/>
              <a:gd name="T72" fmla="*/ 5 w 108"/>
              <a:gd name="T73" fmla="*/ 77 h 98"/>
              <a:gd name="T74" fmla="*/ 23 w 108"/>
              <a:gd name="T75" fmla="*/ 93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8" h="98">
                <a:moveTo>
                  <a:pt x="2" y="72"/>
                </a:moveTo>
                <a:cubicBezTo>
                  <a:pt x="2" y="72"/>
                  <a:pt x="2" y="72"/>
                  <a:pt x="2" y="72"/>
                </a:cubicBezTo>
                <a:cubicBezTo>
                  <a:pt x="25" y="72"/>
                  <a:pt x="25" y="72"/>
                  <a:pt x="25" y="72"/>
                </a:cubicBezTo>
                <a:cubicBezTo>
                  <a:pt x="27" y="72"/>
                  <a:pt x="28" y="73"/>
                  <a:pt x="28" y="74"/>
                </a:cubicBezTo>
                <a:cubicBezTo>
                  <a:pt x="28" y="74"/>
                  <a:pt x="28" y="74"/>
                  <a:pt x="28" y="74"/>
                </a:cubicBezTo>
                <a:cubicBezTo>
                  <a:pt x="28" y="95"/>
                  <a:pt x="28" y="95"/>
                  <a:pt x="28" y="95"/>
                </a:cubicBezTo>
                <a:cubicBezTo>
                  <a:pt x="28" y="97"/>
                  <a:pt x="27" y="98"/>
                  <a:pt x="25" y="98"/>
                </a:cubicBezTo>
                <a:cubicBezTo>
                  <a:pt x="25" y="98"/>
                  <a:pt x="25" y="98"/>
                  <a:pt x="25" y="98"/>
                </a:cubicBezTo>
                <a:cubicBezTo>
                  <a:pt x="2" y="98"/>
                  <a:pt x="2" y="98"/>
                  <a:pt x="2" y="98"/>
                </a:cubicBezTo>
                <a:cubicBezTo>
                  <a:pt x="1" y="98"/>
                  <a:pt x="0" y="97"/>
                  <a:pt x="0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74"/>
                  <a:pt x="0" y="74"/>
                  <a:pt x="0" y="74"/>
                </a:cubicBezTo>
                <a:cubicBezTo>
                  <a:pt x="0" y="73"/>
                  <a:pt x="1" y="72"/>
                  <a:pt x="2" y="72"/>
                </a:cubicBezTo>
                <a:close/>
                <a:moveTo>
                  <a:pt x="63" y="15"/>
                </a:moveTo>
                <a:cubicBezTo>
                  <a:pt x="63" y="15"/>
                  <a:pt x="63" y="15"/>
                  <a:pt x="63" y="15"/>
                </a:cubicBezTo>
                <a:cubicBezTo>
                  <a:pt x="57" y="22"/>
                  <a:pt x="50" y="27"/>
                  <a:pt x="43" y="31"/>
                </a:cubicBezTo>
                <a:cubicBezTo>
                  <a:pt x="33" y="38"/>
                  <a:pt x="21" y="42"/>
                  <a:pt x="8" y="44"/>
                </a:cubicBezTo>
                <a:cubicBezTo>
                  <a:pt x="6" y="44"/>
                  <a:pt x="4" y="43"/>
                  <a:pt x="4" y="40"/>
                </a:cubicBezTo>
                <a:cubicBezTo>
                  <a:pt x="3" y="38"/>
                  <a:pt x="5" y="36"/>
                  <a:pt x="7" y="36"/>
                </a:cubicBezTo>
                <a:cubicBezTo>
                  <a:pt x="19" y="34"/>
                  <a:pt x="29" y="30"/>
                  <a:pt x="39" y="24"/>
                </a:cubicBezTo>
                <a:cubicBezTo>
                  <a:pt x="46" y="20"/>
                  <a:pt x="53" y="14"/>
                  <a:pt x="58" y="8"/>
                </a:cubicBezTo>
                <a:cubicBezTo>
                  <a:pt x="41" y="8"/>
                  <a:pt x="41" y="8"/>
                  <a:pt x="41" y="8"/>
                </a:cubicBezTo>
                <a:cubicBezTo>
                  <a:pt x="39" y="8"/>
                  <a:pt x="37" y="6"/>
                  <a:pt x="37" y="4"/>
                </a:cubicBezTo>
                <a:cubicBezTo>
                  <a:pt x="37" y="2"/>
                  <a:pt x="39" y="0"/>
                  <a:pt x="41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9" y="0"/>
                  <a:pt x="71" y="2"/>
                  <a:pt x="71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1" y="30"/>
                  <a:pt x="71" y="30"/>
                  <a:pt x="71" y="30"/>
                </a:cubicBezTo>
                <a:cubicBezTo>
                  <a:pt x="71" y="32"/>
                  <a:pt x="69" y="34"/>
                  <a:pt x="67" y="34"/>
                </a:cubicBezTo>
                <a:cubicBezTo>
                  <a:pt x="65" y="34"/>
                  <a:pt x="63" y="32"/>
                  <a:pt x="63" y="30"/>
                </a:cubicBezTo>
                <a:cubicBezTo>
                  <a:pt x="63" y="15"/>
                  <a:pt x="63" y="15"/>
                  <a:pt x="63" y="15"/>
                </a:cubicBezTo>
                <a:close/>
                <a:moveTo>
                  <a:pt x="83" y="16"/>
                </a:moveTo>
                <a:cubicBezTo>
                  <a:pt x="83" y="16"/>
                  <a:pt x="83" y="16"/>
                  <a:pt x="83" y="16"/>
                </a:cubicBezTo>
                <a:cubicBezTo>
                  <a:pt x="83" y="16"/>
                  <a:pt x="83" y="16"/>
                  <a:pt x="83" y="16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7" y="16"/>
                  <a:pt x="108" y="17"/>
                  <a:pt x="108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95"/>
                  <a:pt x="108" y="95"/>
                  <a:pt x="108" y="95"/>
                </a:cubicBezTo>
                <a:cubicBezTo>
                  <a:pt x="108" y="97"/>
                  <a:pt x="107" y="98"/>
                  <a:pt x="106" y="98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1" y="98"/>
                  <a:pt x="80" y="97"/>
                  <a:pt x="80" y="95"/>
                </a:cubicBezTo>
                <a:cubicBezTo>
                  <a:pt x="80" y="95"/>
                  <a:pt x="80" y="95"/>
                  <a:pt x="80" y="95"/>
                </a:cubicBezTo>
                <a:cubicBezTo>
                  <a:pt x="80" y="19"/>
                  <a:pt x="80" y="19"/>
                  <a:pt x="80" y="19"/>
                </a:cubicBezTo>
                <a:cubicBezTo>
                  <a:pt x="80" y="17"/>
                  <a:pt x="81" y="16"/>
                  <a:pt x="83" y="16"/>
                </a:cubicBezTo>
                <a:close/>
                <a:moveTo>
                  <a:pt x="103" y="21"/>
                </a:moveTo>
                <a:cubicBezTo>
                  <a:pt x="103" y="21"/>
                  <a:pt x="103" y="21"/>
                  <a:pt x="103" y="21"/>
                </a:cubicBezTo>
                <a:cubicBezTo>
                  <a:pt x="85" y="21"/>
                  <a:pt x="85" y="21"/>
                  <a:pt x="85" y="21"/>
                </a:cubicBezTo>
                <a:cubicBezTo>
                  <a:pt x="85" y="93"/>
                  <a:pt x="85" y="93"/>
                  <a:pt x="85" y="93"/>
                </a:cubicBezTo>
                <a:cubicBezTo>
                  <a:pt x="103" y="93"/>
                  <a:pt x="103" y="93"/>
                  <a:pt x="103" y="93"/>
                </a:cubicBezTo>
                <a:cubicBezTo>
                  <a:pt x="103" y="21"/>
                  <a:pt x="103" y="21"/>
                  <a:pt x="103" y="21"/>
                </a:cubicBezTo>
                <a:close/>
                <a:moveTo>
                  <a:pt x="42" y="44"/>
                </a:moveTo>
                <a:cubicBezTo>
                  <a:pt x="42" y="44"/>
                  <a:pt x="42" y="44"/>
                  <a:pt x="42" y="44"/>
                </a:cubicBezTo>
                <a:cubicBezTo>
                  <a:pt x="42" y="44"/>
                  <a:pt x="43" y="44"/>
                  <a:pt x="43" y="44"/>
                </a:cubicBezTo>
                <a:cubicBezTo>
                  <a:pt x="50" y="44"/>
                  <a:pt x="58" y="44"/>
                  <a:pt x="65" y="44"/>
                </a:cubicBezTo>
                <a:cubicBezTo>
                  <a:pt x="67" y="44"/>
                  <a:pt x="68" y="45"/>
                  <a:pt x="68" y="46"/>
                </a:cubicBezTo>
                <a:cubicBezTo>
                  <a:pt x="68" y="47"/>
                  <a:pt x="68" y="47"/>
                  <a:pt x="68" y="47"/>
                </a:cubicBezTo>
                <a:cubicBezTo>
                  <a:pt x="68" y="63"/>
                  <a:pt x="68" y="79"/>
                  <a:pt x="68" y="95"/>
                </a:cubicBezTo>
                <a:cubicBezTo>
                  <a:pt x="68" y="97"/>
                  <a:pt x="67" y="98"/>
                  <a:pt x="65" y="98"/>
                </a:cubicBezTo>
                <a:cubicBezTo>
                  <a:pt x="65" y="98"/>
                  <a:pt x="65" y="98"/>
                  <a:pt x="65" y="98"/>
                </a:cubicBezTo>
                <a:cubicBezTo>
                  <a:pt x="58" y="98"/>
                  <a:pt x="50" y="98"/>
                  <a:pt x="42" y="98"/>
                </a:cubicBezTo>
                <a:cubicBezTo>
                  <a:pt x="41" y="98"/>
                  <a:pt x="40" y="97"/>
                  <a:pt x="40" y="95"/>
                </a:cubicBezTo>
                <a:cubicBezTo>
                  <a:pt x="40" y="95"/>
                  <a:pt x="40" y="95"/>
                  <a:pt x="40" y="95"/>
                </a:cubicBezTo>
                <a:cubicBezTo>
                  <a:pt x="40" y="79"/>
                  <a:pt x="40" y="63"/>
                  <a:pt x="40" y="46"/>
                </a:cubicBezTo>
                <a:cubicBezTo>
                  <a:pt x="40" y="45"/>
                  <a:pt x="41" y="44"/>
                  <a:pt x="42" y="44"/>
                </a:cubicBezTo>
                <a:close/>
                <a:moveTo>
                  <a:pt x="63" y="49"/>
                </a:moveTo>
                <a:cubicBezTo>
                  <a:pt x="63" y="49"/>
                  <a:pt x="63" y="49"/>
                  <a:pt x="63" y="49"/>
                </a:cubicBezTo>
                <a:cubicBezTo>
                  <a:pt x="57" y="49"/>
                  <a:pt x="51" y="49"/>
                  <a:pt x="45" y="49"/>
                </a:cubicBezTo>
                <a:cubicBezTo>
                  <a:pt x="45" y="64"/>
                  <a:pt x="45" y="78"/>
                  <a:pt x="45" y="93"/>
                </a:cubicBezTo>
                <a:cubicBezTo>
                  <a:pt x="51" y="93"/>
                  <a:pt x="57" y="93"/>
                  <a:pt x="63" y="93"/>
                </a:cubicBezTo>
                <a:cubicBezTo>
                  <a:pt x="63" y="78"/>
                  <a:pt x="63" y="64"/>
                  <a:pt x="63" y="49"/>
                </a:cubicBezTo>
                <a:close/>
                <a:moveTo>
                  <a:pt x="23" y="77"/>
                </a:moveTo>
                <a:cubicBezTo>
                  <a:pt x="23" y="77"/>
                  <a:pt x="23" y="77"/>
                  <a:pt x="23" y="77"/>
                </a:cubicBezTo>
                <a:cubicBezTo>
                  <a:pt x="5" y="77"/>
                  <a:pt x="5" y="77"/>
                  <a:pt x="5" y="77"/>
                </a:cubicBezTo>
                <a:cubicBezTo>
                  <a:pt x="5" y="93"/>
                  <a:pt x="5" y="93"/>
                  <a:pt x="5" y="93"/>
                </a:cubicBezTo>
                <a:cubicBezTo>
                  <a:pt x="23" y="93"/>
                  <a:pt x="23" y="93"/>
                  <a:pt x="23" y="93"/>
                </a:cubicBezTo>
                <a:cubicBezTo>
                  <a:pt x="23" y="77"/>
                  <a:pt x="23" y="77"/>
                  <a:pt x="23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40" name="Freeform 41"/>
          <p:cNvSpPr>
            <a:spLocks noEditPoints="1"/>
          </p:cNvSpPr>
          <p:nvPr/>
        </p:nvSpPr>
        <p:spPr bwMode="auto">
          <a:xfrm>
            <a:off x="4472336" y="5691599"/>
            <a:ext cx="321482" cy="318246"/>
          </a:xfrm>
          <a:custGeom>
            <a:avLst/>
            <a:gdLst>
              <a:gd name="T0" fmla="*/ 90 w 107"/>
              <a:gd name="T1" fmla="*/ 88 h 107"/>
              <a:gd name="T2" fmla="*/ 71 w 107"/>
              <a:gd name="T3" fmla="*/ 73 h 107"/>
              <a:gd name="T4" fmla="*/ 75 w 107"/>
              <a:gd name="T5" fmla="*/ 70 h 107"/>
              <a:gd name="T6" fmla="*/ 83 w 107"/>
              <a:gd name="T7" fmla="*/ 0 h 107"/>
              <a:gd name="T8" fmla="*/ 88 w 107"/>
              <a:gd name="T9" fmla="*/ 0 h 107"/>
              <a:gd name="T10" fmla="*/ 95 w 107"/>
              <a:gd name="T11" fmla="*/ 7 h 107"/>
              <a:gd name="T12" fmla="*/ 94 w 107"/>
              <a:gd name="T13" fmla="*/ 9 h 107"/>
              <a:gd name="T14" fmla="*/ 85 w 107"/>
              <a:gd name="T15" fmla="*/ 20 h 107"/>
              <a:gd name="T16" fmla="*/ 88 w 107"/>
              <a:gd name="T17" fmla="*/ 22 h 107"/>
              <a:gd name="T18" fmla="*/ 99 w 107"/>
              <a:gd name="T19" fmla="*/ 13 h 107"/>
              <a:gd name="T20" fmla="*/ 105 w 107"/>
              <a:gd name="T21" fmla="*/ 15 h 107"/>
              <a:gd name="T22" fmla="*/ 107 w 107"/>
              <a:gd name="T23" fmla="*/ 19 h 107"/>
              <a:gd name="T24" fmla="*/ 107 w 107"/>
              <a:gd name="T25" fmla="*/ 24 h 107"/>
              <a:gd name="T26" fmla="*/ 83 w 107"/>
              <a:gd name="T27" fmla="*/ 48 h 107"/>
              <a:gd name="T28" fmla="*/ 77 w 107"/>
              <a:gd name="T29" fmla="*/ 52 h 107"/>
              <a:gd name="T30" fmla="*/ 102 w 107"/>
              <a:gd name="T31" fmla="*/ 77 h 107"/>
              <a:gd name="T32" fmla="*/ 102 w 107"/>
              <a:gd name="T33" fmla="*/ 101 h 107"/>
              <a:gd name="T34" fmla="*/ 102 w 107"/>
              <a:gd name="T35" fmla="*/ 101 h 107"/>
              <a:gd name="T36" fmla="*/ 78 w 107"/>
              <a:gd name="T37" fmla="*/ 101 h 107"/>
              <a:gd name="T38" fmla="*/ 28 w 107"/>
              <a:gd name="T39" fmla="*/ 102 h 107"/>
              <a:gd name="T40" fmla="*/ 6 w 107"/>
              <a:gd name="T41" fmla="*/ 101 h 107"/>
              <a:gd name="T42" fmla="*/ 2 w 107"/>
              <a:gd name="T43" fmla="*/ 96 h 107"/>
              <a:gd name="T44" fmla="*/ 6 w 107"/>
              <a:gd name="T45" fmla="*/ 79 h 107"/>
              <a:gd name="T46" fmla="*/ 24 w 107"/>
              <a:gd name="T47" fmla="*/ 40 h 107"/>
              <a:gd name="T48" fmla="*/ 12 w 107"/>
              <a:gd name="T49" fmla="*/ 35 h 107"/>
              <a:gd name="T50" fmla="*/ 4 w 107"/>
              <a:gd name="T51" fmla="*/ 10 h 107"/>
              <a:gd name="T52" fmla="*/ 11 w 107"/>
              <a:gd name="T53" fmla="*/ 2 h 107"/>
              <a:gd name="T54" fmla="*/ 37 w 107"/>
              <a:gd name="T55" fmla="*/ 11 h 107"/>
              <a:gd name="T56" fmla="*/ 42 w 107"/>
              <a:gd name="T57" fmla="*/ 22 h 107"/>
              <a:gd name="T58" fmla="*/ 59 w 107"/>
              <a:gd name="T59" fmla="*/ 25 h 107"/>
              <a:gd name="T60" fmla="*/ 59 w 107"/>
              <a:gd name="T61" fmla="*/ 24 h 107"/>
              <a:gd name="T62" fmla="*/ 66 w 107"/>
              <a:gd name="T63" fmla="*/ 7 h 107"/>
              <a:gd name="T64" fmla="*/ 72 w 107"/>
              <a:gd name="T65" fmla="*/ 58 h 107"/>
              <a:gd name="T66" fmla="*/ 59 w 107"/>
              <a:gd name="T67" fmla="*/ 70 h 107"/>
              <a:gd name="T68" fmla="*/ 90 w 107"/>
              <a:gd name="T69" fmla="*/ 98 h 107"/>
              <a:gd name="T70" fmla="*/ 97 w 107"/>
              <a:gd name="T71" fmla="*/ 95 h 107"/>
              <a:gd name="T72" fmla="*/ 97 w 107"/>
              <a:gd name="T73" fmla="*/ 83 h 107"/>
              <a:gd name="T74" fmla="*/ 72 w 107"/>
              <a:gd name="T75" fmla="*/ 58 h 107"/>
              <a:gd name="T76" fmla="*/ 40 w 107"/>
              <a:gd name="T77" fmla="*/ 45 h 107"/>
              <a:gd name="T78" fmla="*/ 35 w 107"/>
              <a:gd name="T79" fmla="*/ 27 h 107"/>
              <a:gd name="T80" fmla="*/ 32 w 107"/>
              <a:gd name="T81" fmla="*/ 17 h 107"/>
              <a:gd name="T82" fmla="*/ 13 w 107"/>
              <a:gd name="T83" fmla="*/ 12 h 107"/>
              <a:gd name="T84" fmla="*/ 19 w 107"/>
              <a:gd name="T85" fmla="*/ 30 h 107"/>
              <a:gd name="T86" fmla="*/ 29 w 107"/>
              <a:gd name="T87" fmla="*/ 34 h 107"/>
              <a:gd name="T88" fmla="*/ 83 w 107"/>
              <a:gd name="T89" fmla="*/ 8 h 107"/>
              <a:gd name="T90" fmla="*/ 72 w 107"/>
              <a:gd name="T91" fmla="*/ 13 h 107"/>
              <a:gd name="T92" fmla="*/ 68 w 107"/>
              <a:gd name="T93" fmla="*/ 24 h 107"/>
              <a:gd name="T94" fmla="*/ 68 w 107"/>
              <a:gd name="T95" fmla="*/ 25 h 107"/>
              <a:gd name="T96" fmla="*/ 68 w 107"/>
              <a:gd name="T97" fmla="*/ 26 h 107"/>
              <a:gd name="T98" fmla="*/ 11 w 107"/>
              <a:gd name="T99" fmla="*/ 85 h 107"/>
              <a:gd name="T100" fmla="*/ 10 w 107"/>
              <a:gd name="T101" fmla="*/ 93 h 107"/>
              <a:gd name="T102" fmla="*/ 14 w 107"/>
              <a:gd name="T103" fmla="*/ 98 h 107"/>
              <a:gd name="T104" fmla="*/ 51 w 107"/>
              <a:gd name="T105" fmla="*/ 68 h 107"/>
              <a:gd name="T106" fmla="*/ 69 w 107"/>
              <a:gd name="T107" fmla="*/ 49 h 107"/>
              <a:gd name="T108" fmla="*/ 77 w 107"/>
              <a:gd name="T109" fmla="*/ 41 h 107"/>
              <a:gd name="T110" fmla="*/ 81 w 107"/>
              <a:gd name="T111" fmla="*/ 39 h 107"/>
              <a:gd name="T112" fmla="*/ 83 w 107"/>
              <a:gd name="T113" fmla="*/ 40 h 107"/>
              <a:gd name="T114" fmla="*/ 94 w 107"/>
              <a:gd name="T115" fmla="*/ 35 h 107"/>
              <a:gd name="T116" fmla="*/ 94 w 107"/>
              <a:gd name="T117" fmla="*/ 30 h 107"/>
              <a:gd name="T118" fmla="*/ 85 w 107"/>
              <a:gd name="T119" fmla="*/ 30 h 107"/>
              <a:gd name="T120" fmla="*/ 78 w 107"/>
              <a:gd name="T121" fmla="*/ 26 h 107"/>
              <a:gd name="T122" fmla="*/ 76 w 107"/>
              <a:gd name="T123" fmla="*/ 18 h 107"/>
              <a:gd name="T124" fmla="*/ 83 w 107"/>
              <a:gd name="T125" fmla="*/ 8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7" h="107">
                <a:moveTo>
                  <a:pt x="90" y="85"/>
                </a:moveTo>
                <a:cubicBezTo>
                  <a:pt x="91" y="86"/>
                  <a:pt x="91" y="87"/>
                  <a:pt x="90" y="88"/>
                </a:cubicBezTo>
                <a:cubicBezTo>
                  <a:pt x="89" y="89"/>
                  <a:pt x="87" y="89"/>
                  <a:pt x="86" y="88"/>
                </a:cubicBezTo>
                <a:cubicBezTo>
                  <a:pt x="71" y="73"/>
                  <a:pt x="71" y="73"/>
                  <a:pt x="71" y="73"/>
                </a:cubicBezTo>
                <a:cubicBezTo>
                  <a:pt x="71" y="72"/>
                  <a:pt x="71" y="71"/>
                  <a:pt x="72" y="70"/>
                </a:cubicBezTo>
                <a:cubicBezTo>
                  <a:pt x="72" y="69"/>
                  <a:pt x="74" y="69"/>
                  <a:pt x="75" y="70"/>
                </a:cubicBezTo>
                <a:cubicBezTo>
                  <a:pt x="90" y="85"/>
                  <a:pt x="90" y="85"/>
                  <a:pt x="90" y="85"/>
                </a:cubicBezTo>
                <a:close/>
                <a:moveTo>
                  <a:pt x="83" y="0"/>
                </a:moveTo>
                <a:cubicBezTo>
                  <a:pt x="83" y="0"/>
                  <a:pt x="83" y="0"/>
                  <a:pt x="83" y="0"/>
                </a:cubicBezTo>
                <a:cubicBezTo>
                  <a:pt x="85" y="0"/>
                  <a:pt x="86" y="0"/>
                  <a:pt x="88" y="0"/>
                </a:cubicBezTo>
                <a:cubicBezTo>
                  <a:pt x="90" y="1"/>
                  <a:pt x="91" y="1"/>
                  <a:pt x="93" y="2"/>
                </a:cubicBezTo>
                <a:cubicBezTo>
                  <a:pt x="95" y="3"/>
                  <a:pt x="96" y="5"/>
                  <a:pt x="95" y="7"/>
                </a:cubicBezTo>
                <a:cubicBezTo>
                  <a:pt x="95" y="8"/>
                  <a:pt x="94" y="8"/>
                  <a:pt x="94" y="9"/>
                </a:cubicBezTo>
                <a:cubicBezTo>
                  <a:pt x="94" y="9"/>
                  <a:pt x="94" y="9"/>
                  <a:pt x="94" y="9"/>
                </a:cubicBezTo>
                <a:cubicBezTo>
                  <a:pt x="91" y="12"/>
                  <a:pt x="88" y="15"/>
                  <a:pt x="85" y="18"/>
                </a:cubicBezTo>
                <a:cubicBezTo>
                  <a:pt x="85" y="20"/>
                  <a:pt x="85" y="20"/>
                  <a:pt x="85" y="20"/>
                </a:cubicBezTo>
                <a:cubicBezTo>
                  <a:pt x="86" y="22"/>
                  <a:pt x="86" y="22"/>
                  <a:pt x="86" y="22"/>
                </a:cubicBezTo>
                <a:cubicBezTo>
                  <a:pt x="88" y="22"/>
                  <a:pt x="88" y="22"/>
                  <a:pt x="88" y="22"/>
                </a:cubicBezTo>
                <a:cubicBezTo>
                  <a:pt x="89" y="23"/>
                  <a:pt x="89" y="23"/>
                  <a:pt x="89" y="23"/>
                </a:cubicBezTo>
                <a:cubicBezTo>
                  <a:pt x="92" y="19"/>
                  <a:pt x="96" y="16"/>
                  <a:pt x="99" y="13"/>
                </a:cubicBezTo>
                <a:cubicBezTo>
                  <a:pt x="100" y="12"/>
                  <a:pt x="103" y="12"/>
                  <a:pt x="104" y="13"/>
                </a:cubicBezTo>
                <a:cubicBezTo>
                  <a:pt x="105" y="14"/>
                  <a:pt x="105" y="14"/>
                  <a:pt x="105" y="15"/>
                </a:cubicBezTo>
                <a:cubicBezTo>
                  <a:pt x="106" y="16"/>
                  <a:pt x="106" y="18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21"/>
                  <a:pt x="107" y="22"/>
                  <a:pt x="107" y="24"/>
                </a:cubicBezTo>
                <a:cubicBezTo>
                  <a:pt x="107" y="30"/>
                  <a:pt x="105" y="37"/>
                  <a:pt x="100" y="41"/>
                </a:cubicBezTo>
                <a:cubicBezTo>
                  <a:pt x="96" y="45"/>
                  <a:pt x="90" y="48"/>
                  <a:pt x="83" y="48"/>
                </a:cubicBezTo>
                <a:cubicBezTo>
                  <a:pt x="83" y="48"/>
                  <a:pt x="82" y="48"/>
                  <a:pt x="82" y="48"/>
                </a:cubicBezTo>
                <a:cubicBezTo>
                  <a:pt x="77" y="52"/>
                  <a:pt x="77" y="52"/>
                  <a:pt x="77" y="52"/>
                </a:cubicBezTo>
                <a:cubicBezTo>
                  <a:pt x="102" y="77"/>
                  <a:pt x="102" y="77"/>
                  <a:pt x="102" y="77"/>
                </a:cubicBezTo>
                <a:cubicBezTo>
                  <a:pt x="102" y="77"/>
                  <a:pt x="102" y="77"/>
                  <a:pt x="102" y="77"/>
                </a:cubicBezTo>
                <a:cubicBezTo>
                  <a:pt x="106" y="81"/>
                  <a:pt x="107" y="85"/>
                  <a:pt x="107" y="89"/>
                </a:cubicBezTo>
                <a:cubicBezTo>
                  <a:pt x="107" y="93"/>
                  <a:pt x="106" y="98"/>
                  <a:pt x="102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99" y="104"/>
                  <a:pt x="95" y="106"/>
                  <a:pt x="90" y="106"/>
                </a:cubicBezTo>
                <a:cubicBezTo>
                  <a:pt x="86" y="106"/>
                  <a:pt x="82" y="104"/>
                  <a:pt x="78" y="101"/>
                </a:cubicBezTo>
                <a:cubicBezTo>
                  <a:pt x="54" y="76"/>
                  <a:pt x="54" y="76"/>
                  <a:pt x="54" y="76"/>
                </a:cubicBezTo>
                <a:cubicBezTo>
                  <a:pt x="28" y="102"/>
                  <a:pt x="28" y="102"/>
                  <a:pt x="28" y="102"/>
                </a:cubicBezTo>
                <a:cubicBezTo>
                  <a:pt x="23" y="107"/>
                  <a:pt x="16" y="107"/>
                  <a:pt x="11" y="105"/>
                </a:cubicBezTo>
                <a:cubicBezTo>
                  <a:pt x="9" y="104"/>
                  <a:pt x="7" y="103"/>
                  <a:pt x="6" y="101"/>
                </a:cubicBezTo>
                <a:cubicBezTo>
                  <a:pt x="6" y="101"/>
                  <a:pt x="6" y="101"/>
                  <a:pt x="6" y="101"/>
                </a:cubicBezTo>
                <a:cubicBezTo>
                  <a:pt x="4" y="100"/>
                  <a:pt x="3" y="98"/>
                  <a:pt x="2" y="96"/>
                </a:cubicBezTo>
                <a:cubicBezTo>
                  <a:pt x="0" y="91"/>
                  <a:pt x="0" y="84"/>
                  <a:pt x="6" y="79"/>
                </a:cubicBezTo>
                <a:cubicBezTo>
                  <a:pt x="6" y="79"/>
                  <a:pt x="6" y="79"/>
                  <a:pt x="6" y="79"/>
                </a:cubicBezTo>
                <a:cubicBezTo>
                  <a:pt x="34" y="51"/>
                  <a:pt x="34" y="51"/>
                  <a:pt x="34" y="51"/>
                </a:cubicBezTo>
                <a:cubicBezTo>
                  <a:pt x="24" y="40"/>
                  <a:pt x="24" y="40"/>
                  <a:pt x="24" y="40"/>
                </a:cubicBezTo>
                <a:cubicBezTo>
                  <a:pt x="14" y="38"/>
                  <a:pt x="14" y="38"/>
                  <a:pt x="14" y="38"/>
                </a:cubicBezTo>
                <a:cubicBezTo>
                  <a:pt x="13" y="37"/>
                  <a:pt x="12" y="36"/>
                  <a:pt x="12" y="35"/>
                </a:cubicBezTo>
                <a:cubicBezTo>
                  <a:pt x="3" y="15"/>
                  <a:pt x="3" y="15"/>
                  <a:pt x="3" y="15"/>
                </a:cubicBezTo>
                <a:cubicBezTo>
                  <a:pt x="2" y="13"/>
                  <a:pt x="2" y="11"/>
                  <a:pt x="4" y="10"/>
                </a:cubicBezTo>
                <a:cubicBezTo>
                  <a:pt x="7" y="6"/>
                  <a:pt x="7" y="6"/>
                  <a:pt x="7" y="6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1"/>
                  <a:pt x="14" y="1"/>
                  <a:pt x="15" y="2"/>
                </a:cubicBezTo>
                <a:cubicBezTo>
                  <a:pt x="37" y="11"/>
                  <a:pt x="37" y="11"/>
                  <a:pt x="37" y="11"/>
                </a:cubicBezTo>
                <a:cubicBezTo>
                  <a:pt x="38" y="11"/>
                  <a:pt x="38" y="12"/>
                  <a:pt x="39" y="13"/>
                </a:cubicBezTo>
                <a:cubicBezTo>
                  <a:pt x="42" y="22"/>
                  <a:pt x="42" y="22"/>
                  <a:pt x="42" y="22"/>
                </a:cubicBezTo>
                <a:cubicBezTo>
                  <a:pt x="52" y="33"/>
                  <a:pt x="52" y="33"/>
                  <a:pt x="52" y="33"/>
                </a:cubicBezTo>
                <a:cubicBezTo>
                  <a:pt x="59" y="25"/>
                  <a:pt x="59" y="25"/>
                  <a:pt x="59" y="25"/>
                </a:cubicBezTo>
                <a:cubicBezTo>
                  <a:pt x="59" y="25"/>
                  <a:pt x="59" y="24"/>
                  <a:pt x="59" y="24"/>
                </a:cubicBezTo>
                <a:cubicBezTo>
                  <a:pt x="59" y="24"/>
                  <a:pt x="59" y="24"/>
                  <a:pt x="59" y="24"/>
                </a:cubicBezTo>
                <a:cubicBezTo>
                  <a:pt x="59" y="17"/>
                  <a:pt x="62" y="11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71" y="3"/>
                  <a:pt x="77" y="0"/>
                  <a:pt x="83" y="0"/>
                </a:cubicBezTo>
                <a:close/>
                <a:moveTo>
                  <a:pt x="72" y="58"/>
                </a:moveTo>
                <a:cubicBezTo>
                  <a:pt x="72" y="58"/>
                  <a:pt x="72" y="58"/>
                  <a:pt x="72" y="58"/>
                </a:cubicBezTo>
                <a:cubicBezTo>
                  <a:pt x="59" y="70"/>
                  <a:pt x="59" y="70"/>
                  <a:pt x="59" y="70"/>
                </a:cubicBezTo>
                <a:cubicBezTo>
                  <a:pt x="84" y="95"/>
                  <a:pt x="84" y="95"/>
                  <a:pt x="84" y="95"/>
                </a:cubicBezTo>
                <a:cubicBezTo>
                  <a:pt x="86" y="97"/>
                  <a:pt x="88" y="98"/>
                  <a:pt x="90" y="98"/>
                </a:cubicBezTo>
                <a:cubicBezTo>
                  <a:pt x="93" y="98"/>
                  <a:pt x="95" y="97"/>
                  <a:pt x="96" y="95"/>
                </a:cubicBezTo>
                <a:cubicBezTo>
                  <a:pt x="97" y="95"/>
                  <a:pt x="97" y="95"/>
                  <a:pt x="97" y="95"/>
                </a:cubicBezTo>
                <a:cubicBezTo>
                  <a:pt x="98" y="94"/>
                  <a:pt x="99" y="91"/>
                  <a:pt x="99" y="89"/>
                </a:cubicBezTo>
                <a:cubicBezTo>
                  <a:pt x="99" y="87"/>
                  <a:pt x="98" y="85"/>
                  <a:pt x="97" y="83"/>
                </a:cubicBezTo>
                <a:cubicBezTo>
                  <a:pt x="96" y="83"/>
                  <a:pt x="96" y="83"/>
                  <a:pt x="96" y="83"/>
                </a:cubicBezTo>
                <a:cubicBezTo>
                  <a:pt x="72" y="58"/>
                  <a:pt x="72" y="58"/>
                  <a:pt x="72" y="58"/>
                </a:cubicBezTo>
                <a:close/>
                <a:moveTo>
                  <a:pt x="40" y="45"/>
                </a:moveTo>
                <a:cubicBezTo>
                  <a:pt x="40" y="45"/>
                  <a:pt x="40" y="45"/>
                  <a:pt x="40" y="45"/>
                </a:cubicBezTo>
                <a:cubicBezTo>
                  <a:pt x="46" y="39"/>
                  <a:pt x="46" y="39"/>
                  <a:pt x="46" y="39"/>
                </a:cubicBezTo>
                <a:cubicBezTo>
                  <a:pt x="35" y="27"/>
                  <a:pt x="35" y="27"/>
                  <a:pt x="35" y="27"/>
                </a:cubicBezTo>
                <a:cubicBezTo>
                  <a:pt x="34" y="27"/>
                  <a:pt x="34" y="26"/>
                  <a:pt x="34" y="25"/>
                </a:cubicBezTo>
                <a:cubicBezTo>
                  <a:pt x="32" y="17"/>
                  <a:pt x="32" y="17"/>
                  <a:pt x="32" y="17"/>
                </a:cubicBezTo>
                <a:cubicBezTo>
                  <a:pt x="15" y="10"/>
                  <a:pt x="15" y="10"/>
                  <a:pt x="15" y="10"/>
                </a:cubicBezTo>
                <a:cubicBezTo>
                  <a:pt x="13" y="12"/>
                  <a:pt x="13" y="12"/>
                  <a:pt x="13" y="12"/>
                </a:cubicBezTo>
                <a:cubicBezTo>
                  <a:pt x="11" y="14"/>
                  <a:pt x="11" y="14"/>
                  <a:pt x="11" y="14"/>
                </a:cubicBezTo>
                <a:cubicBezTo>
                  <a:pt x="19" y="30"/>
                  <a:pt x="19" y="30"/>
                  <a:pt x="19" y="30"/>
                </a:cubicBezTo>
                <a:cubicBezTo>
                  <a:pt x="27" y="33"/>
                  <a:pt x="27" y="33"/>
                  <a:pt x="27" y="33"/>
                </a:cubicBezTo>
                <a:cubicBezTo>
                  <a:pt x="28" y="33"/>
                  <a:pt x="28" y="33"/>
                  <a:pt x="29" y="34"/>
                </a:cubicBezTo>
                <a:cubicBezTo>
                  <a:pt x="40" y="45"/>
                  <a:pt x="40" y="45"/>
                  <a:pt x="40" y="45"/>
                </a:cubicBezTo>
                <a:close/>
                <a:moveTo>
                  <a:pt x="83" y="8"/>
                </a:moveTo>
                <a:cubicBezTo>
                  <a:pt x="83" y="8"/>
                  <a:pt x="83" y="8"/>
                  <a:pt x="83" y="8"/>
                </a:cubicBezTo>
                <a:cubicBezTo>
                  <a:pt x="79" y="8"/>
                  <a:pt x="75" y="10"/>
                  <a:pt x="72" y="13"/>
                </a:cubicBezTo>
                <a:cubicBezTo>
                  <a:pt x="72" y="13"/>
                  <a:pt x="72" y="13"/>
                  <a:pt x="72" y="13"/>
                </a:cubicBezTo>
                <a:cubicBezTo>
                  <a:pt x="69" y="16"/>
                  <a:pt x="68" y="20"/>
                  <a:pt x="68" y="24"/>
                </a:cubicBezTo>
                <a:cubicBezTo>
                  <a:pt x="68" y="24"/>
                  <a:pt x="68" y="24"/>
                  <a:pt x="68" y="24"/>
                </a:cubicBezTo>
                <a:cubicBezTo>
                  <a:pt x="68" y="24"/>
                  <a:pt x="68" y="25"/>
                  <a:pt x="68" y="25"/>
                </a:cubicBezTo>
                <a:cubicBezTo>
                  <a:pt x="68" y="25"/>
                  <a:pt x="68" y="25"/>
                  <a:pt x="68" y="25"/>
                </a:cubicBezTo>
                <a:cubicBezTo>
                  <a:pt x="68" y="26"/>
                  <a:pt x="68" y="26"/>
                  <a:pt x="68" y="26"/>
                </a:cubicBezTo>
                <a:cubicBezTo>
                  <a:pt x="68" y="27"/>
                  <a:pt x="68" y="29"/>
                  <a:pt x="67" y="30"/>
                </a:cubicBezTo>
                <a:cubicBezTo>
                  <a:pt x="11" y="85"/>
                  <a:pt x="11" y="85"/>
                  <a:pt x="11" y="85"/>
                </a:cubicBezTo>
                <a:cubicBezTo>
                  <a:pt x="11" y="85"/>
                  <a:pt x="11" y="85"/>
                  <a:pt x="11" y="85"/>
                </a:cubicBezTo>
                <a:cubicBezTo>
                  <a:pt x="9" y="88"/>
                  <a:pt x="9" y="91"/>
                  <a:pt x="10" y="93"/>
                </a:cubicBezTo>
                <a:cubicBezTo>
                  <a:pt x="10" y="94"/>
                  <a:pt x="11" y="95"/>
                  <a:pt x="11" y="96"/>
                </a:cubicBezTo>
                <a:cubicBezTo>
                  <a:pt x="12" y="97"/>
                  <a:pt x="13" y="97"/>
                  <a:pt x="14" y="98"/>
                </a:cubicBezTo>
                <a:cubicBezTo>
                  <a:pt x="17" y="99"/>
                  <a:pt x="20" y="98"/>
                  <a:pt x="22" y="96"/>
                </a:cubicBezTo>
                <a:cubicBezTo>
                  <a:pt x="51" y="68"/>
                  <a:pt x="51" y="68"/>
                  <a:pt x="51" y="68"/>
                </a:cubicBezTo>
                <a:cubicBezTo>
                  <a:pt x="51" y="67"/>
                  <a:pt x="51" y="67"/>
                  <a:pt x="51" y="67"/>
                </a:cubicBezTo>
                <a:cubicBezTo>
                  <a:pt x="69" y="49"/>
                  <a:pt x="69" y="49"/>
                  <a:pt x="69" y="49"/>
                </a:cubicBezTo>
                <a:cubicBezTo>
                  <a:pt x="69" y="49"/>
                  <a:pt x="69" y="49"/>
                  <a:pt x="69" y="49"/>
                </a:cubicBezTo>
                <a:cubicBezTo>
                  <a:pt x="77" y="41"/>
                  <a:pt x="77" y="41"/>
                  <a:pt x="77" y="41"/>
                </a:cubicBezTo>
                <a:cubicBezTo>
                  <a:pt x="77" y="41"/>
                  <a:pt x="77" y="41"/>
                  <a:pt x="77" y="41"/>
                </a:cubicBezTo>
                <a:cubicBezTo>
                  <a:pt x="78" y="40"/>
                  <a:pt x="80" y="39"/>
                  <a:pt x="81" y="39"/>
                </a:cubicBezTo>
                <a:cubicBezTo>
                  <a:pt x="81" y="40"/>
                  <a:pt x="82" y="40"/>
                  <a:pt x="82" y="40"/>
                </a:cubicBezTo>
                <a:cubicBezTo>
                  <a:pt x="82" y="40"/>
                  <a:pt x="83" y="40"/>
                  <a:pt x="83" y="40"/>
                </a:cubicBezTo>
                <a:cubicBezTo>
                  <a:pt x="88" y="40"/>
                  <a:pt x="92" y="38"/>
                  <a:pt x="94" y="35"/>
                </a:cubicBezTo>
                <a:cubicBezTo>
                  <a:pt x="94" y="35"/>
                  <a:pt x="94" y="35"/>
                  <a:pt x="94" y="35"/>
                </a:cubicBezTo>
                <a:cubicBezTo>
                  <a:pt x="97" y="32"/>
                  <a:pt x="99" y="29"/>
                  <a:pt x="99" y="24"/>
                </a:cubicBezTo>
                <a:cubicBezTo>
                  <a:pt x="97" y="26"/>
                  <a:pt x="95" y="28"/>
                  <a:pt x="94" y="30"/>
                </a:cubicBezTo>
                <a:cubicBezTo>
                  <a:pt x="93" y="31"/>
                  <a:pt x="91" y="31"/>
                  <a:pt x="90" y="31"/>
                </a:cubicBezTo>
                <a:cubicBezTo>
                  <a:pt x="85" y="30"/>
                  <a:pt x="85" y="30"/>
                  <a:pt x="85" y="30"/>
                </a:cubicBezTo>
                <a:cubicBezTo>
                  <a:pt x="81" y="29"/>
                  <a:pt x="81" y="29"/>
                  <a:pt x="81" y="29"/>
                </a:cubicBezTo>
                <a:cubicBezTo>
                  <a:pt x="80" y="28"/>
                  <a:pt x="79" y="27"/>
                  <a:pt x="78" y="26"/>
                </a:cubicBezTo>
                <a:cubicBezTo>
                  <a:pt x="77" y="22"/>
                  <a:pt x="77" y="22"/>
                  <a:pt x="77" y="22"/>
                </a:cubicBezTo>
                <a:cubicBezTo>
                  <a:pt x="76" y="18"/>
                  <a:pt x="76" y="18"/>
                  <a:pt x="76" y="18"/>
                </a:cubicBezTo>
                <a:cubicBezTo>
                  <a:pt x="76" y="16"/>
                  <a:pt x="76" y="15"/>
                  <a:pt x="77" y="14"/>
                </a:cubicBezTo>
                <a:cubicBezTo>
                  <a:pt x="79" y="12"/>
                  <a:pt x="81" y="10"/>
                  <a:pt x="83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42" name="TextBox 18"/>
          <p:cNvSpPr txBox="1"/>
          <p:nvPr/>
        </p:nvSpPr>
        <p:spPr>
          <a:xfrm>
            <a:off x="1193165" y="3569970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活动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分类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6" name="TextBox 18"/>
          <p:cNvSpPr txBox="1"/>
          <p:nvPr/>
        </p:nvSpPr>
        <p:spPr>
          <a:xfrm>
            <a:off x="1072515" y="4628515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活动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列表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9" name="TextBox 18"/>
          <p:cNvSpPr txBox="1"/>
          <p:nvPr/>
        </p:nvSpPr>
        <p:spPr>
          <a:xfrm>
            <a:off x="1462405" y="5688330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用户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注册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2" name="TextBox 18"/>
          <p:cNvSpPr txBox="1"/>
          <p:nvPr/>
        </p:nvSpPr>
        <p:spPr>
          <a:xfrm>
            <a:off x="8713470" y="4067810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微信在线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支付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5" name="TextBox 18"/>
          <p:cNvSpPr txBox="1"/>
          <p:nvPr/>
        </p:nvSpPr>
        <p:spPr>
          <a:xfrm>
            <a:off x="7673340" y="6076315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后台管理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8" name="TextBox 18"/>
          <p:cNvSpPr txBox="1"/>
          <p:nvPr/>
        </p:nvSpPr>
        <p:spPr>
          <a:xfrm>
            <a:off x="7777480" y="2861945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活动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报名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974590" y="2374265"/>
            <a:ext cx="15182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ea"/>
              </a:rPr>
              <a:t>八大功能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H="1">
            <a:off x="3129426" y="3787375"/>
            <a:ext cx="5044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8"/>
          <p:cNvSpPr txBox="1"/>
          <p:nvPr/>
        </p:nvSpPr>
        <p:spPr>
          <a:xfrm>
            <a:off x="2133600" y="2861945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活动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发布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7673486" y="4247750"/>
            <a:ext cx="5044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18"/>
          <p:cNvSpPr txBox="1"/>
          <p:nvPr/>
        </p:nvSpPr>
        <p:spPr>
          <a:xfrm>
            <a:off x="8322310" y="5119370"/>
            <a:ext cx="1728470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活动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海报分享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810" y="960120"/>
            <a:ext cx="2497455" cy="218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3633293" y="597099"/>
            <a:ext cx="120269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sp>
        <p:nvSpPr>
          <p:cNvPr id="2" name="Freeform 5"/>
          <p:cNvSpPr/>
          <p:nvPr/>
        </p:nvSpPr>
        <p:spPr bwMode="auto">
          <a:xfrm>
            <a:off x="487363" y="2403064"/>
            <a:ext cx="2825120" cy="254715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AC4243"/>
          </a:soli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4" name="Freeform 5"/>
          <p:cNvSpPr/>
          <p:nvPr/>
        </p:nvSpPr>
        <p:spPr bwMode="auto">
          <a:xfrm>
            <a:off x="3443170" y="1786618"/>
            <a:ext cx="921060" cy="3780050"/>
          </a:xfrm>
          <a:custGeom>
            <a:avLst/>
            <a:gdLst>
              <a:gd name="T0" fmla="*/ 1999 w 3544"/>
              <a:gd name="T1" fmla="*/ 9150 h 14563"/>
              <a:gd name="T2" fmla="*/ 1999 w 3544"/>
              <a:gd name="T3" fmla="*/ 12306 h 14563"/>
              <a:gd name="T4" fmla="*/ 2353 w 3544"/>
              <a:gd name="T5" fmla="*/ 13628 h 14563"/>
              <a:gd name="T6" fmla="*/ 3544 w 3544"/>
              <a:gd name="T7" fmla="*/ 14112 h 14563"/>
              <a:gd name="T8" fmla="*/ 3544 w 3544"/>
              <a:gd name="T9" fmla="*/ 14563 h 14563"/>
              <a:gd name="T10" fmla="*/ 1933 w 3544"/>
              <a:gd name="T11" fmla="*/ 14016 h 14563"/>
              <a:gd name="T12" fmla="*/ 1419 w 3544"/>
              <a:gd name="T13" fmla="*/ 12050 h 14563"/>
              <a:gd name="T14" fmla="*/ 1419 w 3544"/>
              <a:gd name="T15" fmla="*/ 9279 h 14563"/>
              <a:gd name="T16" fmla="*/ 1160 w 3544"/>
              <a:gd name="T17" fmla="*/ 8022 h 14563"/>
              <a:gd name="T18" fmla="*/ 0 w 3544"/>
              <a:gd name="T19" fmla="*/ 7475 h 14563"/>
              <a:gd name="T20" fmla="*/ 0 w 3544"/>
              <a:gd name="T21" fmla="*/ 7088 h 14563"/>
              <a:gd name="T22" fmla="*/ 1127 w 3544"/>
              <a:gd name="T23" fmla="*/ 6571 h 14563"/>
              <a:gd name="T24" fmla="*/ 1419 w 3544"/>
              <a:gd name="T25" fmla="*/ 5284 h 14563"/>
              <a:gd name="T26" fmla="*/ 1419 w 3544"/>
              <a:gd name="T27" fmla="*/ 2513 h 14563"/>
              <a:gd name="T28" fmla="*/ 1933 w 3544"/>
              <a:gd name="T29" fmla="*/ 547 h 14563"/>
              <a:gd name="T30" fmla="*/ 3544 w 3544"/>
              <a:gd name="T31" fmla="*/ 0 h 14563"/>
              <a:gd name="T32" fmla="*/ 3544 w 3544"/>
              <a:gd name="T33" fmla="*/ 451 h 14563"/>
              <a:gd name="T34" fmla="*/ 2353 w 3544"/>
              <a:gd name="T35" fmla="*/ 902 h 14563"/>
              <a:gd name="T36" fmla="*/ 1999 w 3544"/>
              <a:gd name="T37" fmla="*/ 2254 h 14563"/>
              <a:gd name="T38" fmla="*/ 1999 w 3544"/>
              <a:gd name="T39" fmla="*/ 5413 h 14563"/>
              <a:gd name="T40" fmla="*/ 580 w 3544"/>
              <a:gd name="T41" fmla="*/ 7275 h 14563"/>
              <a:gd name="T42" fmla="*/ 580 w 3544"/>
              <a:gd name="T43" fmla="*/ 7304 h 14563"/>
              <a:gd name="T44" fmla="*/ 1999 w 3544"/>
              <a:gd name="T45" fmla="*/ 9150 h 14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1126591" y="3471382"/>
            <a:ext cx="215064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后台</a:t>
            </a:r>
            <a:r>
              <a:rPr lang="zh-CN" altLang="en-US" sz="2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管理</a:t>
            </a:r>
            <a:endParaRPr lang="zh-CN" altLang="en-US" sz="2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4882962" y="1441462"/>
            <a:ext cx="5025390" cy="622300"/>
            <a:chOff x="6130006" y="1424449"/>
            <a:chExt cx="5025390" cy="622300"/>
          </a:xfrm>
        </p:grpSpPr>
        <p:sp>
          <p:nvSpPr>
            <p:cNvPr id="55" name="TextBox 18"/>
            <p:cNvSpPr txBox="1"/>
            <p:nvPr/>
          </p:nvSpPr>
          <p:spPr>
            <a:xfrm>
              <a:off x="6130006" y="1424449"/>
              <a:ext cx="137985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系统管理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3" name="学论网-www.xuelun.me"/>
            <p:cNvSpPr txBox="1"/>
            <p:nvPr/>
          </p:nvSpPr>
          <p:spPr>
            <a:xfrm>
              <a:off x="6378926" y="1769889"/>
              <a:ext cx="477647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管理员管理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操作日志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密码管理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882962" y="2375547"/>
            <a:ext cx="5025390" cy="622300"/>
            <a:chOff x="6130006" y="1424449"/>
            <a:chExt cx="5025390" cy="622300"/>
          </a:xfrm>
        </p:grpSpPr>
        <p:sp>
          <p:nvSpPr>
            <p:cNvPr id="58" name="TextBox 18"/>
            <p:cNvSpPr txBox="1"/>
            <p:nvPr/>
          </p:nvSpPr>
          <p:spPr>
            <a:xfrm>
              <a:off x="6130006" y="1424449"/>
              <a:ext cx="137985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用户管理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60" name="学论网-www.xuelun.me"/>
            <p:cNvSpPr txBox="1"/>
            <p:nvPr/>
          </p:nvSpPr>
          <p:spPr>
            <a:xfrm>
              <a:off x="6378926" y="1769889"/>
              <a:ext cx="477647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检索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详情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删除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882962" y="3309632"/>
            <a:ext cx="5025390" cy="622300"/>
            <a:chOff x="6130006" y="1424449"/>
            <a:chExt cx="5025390" cy="622300"/>
          </a:xfrm>
        </p:grpSpPr>
        <p:sp>
          <p:nvSpPr>
            <p:cNvPr id="63" name="TextBox 18"/>
            <p:cNvSpPr txBox="1"/>
            <p:nvPr/>
          </p:nvSpPr>
          <p:spPr>
            <a:xfrm>
              <a:off x="6130006" y="1424449"/>
              <a:ext cx="137985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公告管理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64" name="学论网-www.xuelun.me"/>
            <p:cNvSpPr txBox="1"/>
            <p:nvPr/>
          </p:nvSpPr>
          <p:spPr>
            <a:xfrm>
              <a:off x="6378926" y="1769889"/>
              <a:ext cx="477647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检索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新增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修改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删除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905822" y="4255147"/>
            <a:ext cx="5025390" cy="622300"/>
            <a:chOff x="6130006" y="1424449"/>
            <a:chExt cx="5025390" cy="622300"/>
          </a:xfrm>
        </p:grpSpPr>
        <p:sp>
          <p:nvSpPr>
            <p:cNvPr id="67" name="TextBox 18"/>
            <p:cNvSpPr txBox="1"/>
            <p:nvPr/>
          </p:nvSpPr>
          <p:spPr>
            <a:xfrm>
              <a:off x="6130006" y="1424449"/>
              <a:ext cx="137985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活动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项目管理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69" name="学论网-www.xuelun.me"/>
            <p:cNvSpPr txBox="1"/>
            <p:nvPr/>
          </p:nvSpPr>
          <p:spPr>
            <a:xfrm>
              <a:off x="6378926" y="1769889"/>
              <a:ext cx="477647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添加与修改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推荐与置顶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专属二维码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用户自助签到码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评论管理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905822" y="5233047"/>
            <a:ext cx="5025390" cy="622300"/>
            <a:chOff x="6130006" y="1424449"/>
            <a:chExt cx="5025390" cy="622300"/>
          </a:xfrm>
        </p:grpSpPr>
        <p:sp>
          <p:nvSpPr>
            <p:cNvPr id="71" name="TextBox 18"/>
            <p:cNvSpPr txBox="1"/>
            <p:nvPr/>
          </p:nvSpPr>
          <p:spPr>
            <a:xfrm>
              <a:off x="6130006" y="1424449"/>
              <a:ext cx="1379855" cy="38798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l"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报名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记录管理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85" name="学论网-www.xuelun.me"/>
            <p:cNvSpPr txBox="1"/>
            <p:nvPr/>
          </p:nvSpPr>
          <p:spPr>
            <a:xfrm>
              <a:off x="6378926" y="1769889"/>
              <a:ext cx="477647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记录列表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导出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Excel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表格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/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字魂105号-简雅黑" panose="00000500000000000000" pitchFamily="2" charset="-122"/>
                </a:rPr>
                <a:t>清空数据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-97121" y="1253167"/>
            <a:ext cx="2559495" cy="4063749"/>
            <a:chOff x="1022470" y="1481251"/>
            <a:chExt cx="2066102" cy="4063749"/>
          </a:xfrm>
        </p:grpSpPr>
        <p:sp>
          <p:nvSpPr>
            <p:cNvPr id="19" name="任意多边形: 形状 185"/>
            <p:cNvSpPr/>
            <p:nvPr/>
          </p:nvSpPr>
          <p:spPr>
            <a:xfrm rot="16200000">
              <a:off x="64703" y="2439018"/>
              <a:ext cx="3981636" cy="2066102"/>
            </a:xfrm>
            <a:custGeom>
              <a:avLst/>
              <a:gdLst>
                <a:gd name="connsiteX0" fmla="*/ 0 w 3968423"/>
                <a:gd name="connsiteY0" fmla="*/ 0 h 1933574"/>
                <a:gd name="connsiteX1" fmla="*/ 3968423 w 3968423"/>
                <a:gd name="connsiteY1" fmla="*/ 0 h 1933574"/>
                <a:gd name="connsiteX2" fmla="*/ 3946431 w 3968423"/>
                <a:gd name="connsiteY2" fmla="*/ 161996 h 1933574"/>
                <a:gd name="connsiteX3" fmla="*/ 1984212 w 3968423"/>
                <a:gd name="connsiteY3" fmla="*/ 1933574 h 1933574"/>
                <a:gd name="connsiteX4" fmla="*/ 21992 w 3968423"/>
                <a:gd name="connsiteY4" fmla="*/ 161996 h 1933574"/>
                <a:gd name="connsiteX0-1" fmla="*/ 0 w 3968423"/>
                <a:gd name="connsiteY0-2" fmla="*/ 19051 h 1952625"/>
                <a:gd name="connsiteX1-3" fmla="*/ 304945 w 3968423"/>
                <a:gd name="connsiteY1-4" fmla="*/ 0 h 1952625"/>
                <a:gd name="connsiteX2-5" fmla="*/ 3968423 w 3968423"/>
                <a:gd name="connsiteY2-6" fmla="*/ 19051 h 1952625"/>
                <a:gd name="connsiteX3-7" fmla="*/ 3946431 w 3968423"/>
                <a:gd name="connsiteY3-8" fmla="*/ 181047 h 1952625"/>
                <a:gd name="connsiteX4-9" fmla="*/ 1984212 w 3968423"/>
                <a:gd name="connsiteY4-10" fmla="*/ 1952625 h 1952625"/>
                <a:gd name="connsiteX5" fmla="*/ 21992 w 3968423"/>
                <a:gd name="connsiteY5" fmla="*/ 181047 h 1952625"/>
                <a:gd name="connsiteX6" fmla="*/ 0 w 3968423"/>
                <a:gd name="connsiteY6" fmla="*/ 19051 h 1952625"/>
                <a:gd name="connsiteX0-11" fmla="*/ 0 w 3968423"/>
                <a:gd name="connsiteY0-12" fmla="*/ 0 h 1933574"/>
                <a:gd name="connsiteX1-13" fmla="*/ 3968423 w 3968423"/>
                <a:gd name="connsiteY1-14" fmla="*/ 0 h 1933574"/>
                <a:gd name="connsiteX2-15" fmla="*/ 3946431 w 3968423"/>
                <a:gd name="connsiteY2-16" fmla="*/ 161996 h 1933574"/>
                <a:gd name="connsiteX3-17" fmla="*/ 1984212 w 3968423"/>
                <a:gd name="connsiteY3-18" fmla="*/ 1933574 h 1933574"/>
                <a:gd name="connsiteX4-19" fmla="*/ 21992 w 3968423"/>
                <a:gd name="connsiteY4-20" fmla="*/ 161996 h 1933574"/>
                <a:gd name="connsiteX5-21" fmla="*/ 0 w 3968423"/>
                <a:gd name="connsiteY5-22" fmla="*/ 0 h 1933574"/>
                <a:gd name="connsiteX0-23" fmla="*/ 0 w 3968423"/>
                <a:gd name="connsiteY0-24" fmla="*/ 14289 h 1947863"/>
                <a:gd name="connsiteX1-25" fmla="*/ 328757 w 3968423"/>
                <a:gd name="connsiteY1-26" fmla="*/ 0 h 1947863"/>
                <a:gd name="connsiteX2-27" fmla="*/ 3968423 w 3968423"/>
                <a:gd name="connsiteY2-28" fmla="*/ 14289 h 1947863"/>
                <a:gd name="connsiteX3-29" fmla="*/ 3946431 w 3968423"/>
                <a:gd name="connsiteY3-30" fmla="*/ 176285 h 1947863"/>
                <a:gd name="connsiteX4-31" fmla="*/ 1984212 w 3968423"/>
                <a:gd name="connsiteY4-32" fmla="*/ 1947863 h 1947863"/>
                <a:gd name="connsiteX5-33" fmla="*/ 21992 w 3968423"/>
                <a:gd name="connsiteY5-34" fmla="*/ 176285 h 1947863"/>
                <a:gd name="connsiteX6-35" fmla="*/ 0 w 3968423"/>
                <a:gd name="connsiteY6-36" fmla="*/ 14289 h 1947863"/>
                <a:gd name="connsiteX0-37" fmla="*/ 328757 w 3968423"/>
                <a:gd name="connsiteY0-38" fmla="*/ 0 h 1947863"/>
                <a:gd name="connsiteX1-39" fmla="*/ 3968423 w 3968423"/>
                <a:gd name="connsiteY1-40" fmla="*/ 14289 h 1947863"/>
                <a:gd name="connsiteX2-41" fmla="*/ 3946431 w 3968423"/>
                <a:gd name="connsiteY2-42" fmla="*/ 176285 h 1947863"/>
                <a:gd name="connsiteX3-43" fmla="*/ 1984212 w 3968423"/>
                <a:gd name="connsiteY3-44" fmla="*/ 1947863 h 1947863"/>
                <a:gd name="connsiteX4-45" fmla="*/ 21992 w 3968423"/>
                <a:gd name="connsiteY4-46" fmla="*/ 176285 h 1947863"/>
                <a:gd name="connsiteX5-47" fmla="*/ 0 w 3968423"/>
                <a:gd name="connsiteY5-48" fmla="*/ 14289 h 1947863"/>
                <a:gd name="connsiteX6-49" fmla="*/ 420197 w 3968423"/>
                <a:gd name="connsiteY6-50" fmla="*/ 91440 h 1947863"/>
                <a:gd name="connsiteX0-51" fmla="*/ 328757 w 3968423"/>
                <a:gd name="connsiteY0-52" fmla="*/ 0 h 1947863"/>
                <a:gd name="connsiteX1-53" fmla="*/ 3968423 w 3968423"/>
                <a:gd name="connsiteY1-54" fmla="*/ 14289 h 1947863"/>
                <a:gd name="connsiteX2-55" fmla="*/ 3946431 w 3968423"/>
                <a:gd name="connsiteY2-56" fmla="*/ 176285 h 1947863"/>
                <a:gd name="connsiteX3-57" fmla="*/ 1984212 w 3968423"/>
                <a:gd name="connsiteY3-58" fmla="*/ 1947863 h 1947863"/>
                <a:gd name="connsiteX4-59" fmla="*/ 21992 w 3968423"/>
                <a:gd name="connsiteY4-60" fmla="*/ 176285 h 1947863"/>
                <a:gd name="connsiteX5-61" fmla="*/ 0 w 3968423"/>
                <a:gd name="connsiteY5-62" fmla="*/ 14289 h 1947863"/>
                <a:gd name="connsiteX0-63" fmla="*/ 3968423 w 3968423"/>
                <a:gd name="connsiteY0-64" fmla="*/ 0 h 1933574"/>
                <a:gd name="connsiteX1-65" fmla="*/ 3946431 w 3968423"/>
                <a:gd name="connsiteY1-66" fmla="*/ 161996 h 1933574"/>
                <a:gd name="connsiteX2-67" fmla="*/ 1984212 w 3968423"/>
                <a:gd name="connsiteY2-68" fmla="*/ 1933574 h 1933574"/>
                <a:gd name="connsiteX3-69" fmla="*/ 21992 w 3968423"/>
                <a:gd name="connsiteY3-70" fmla="*/ 161996 h 1933574"/>
                <a:gd name="connsiteX4-71" fmla="*/ 0 w 3968423"/>
                <a:gd name="connsiteY4-72" fmla="*/ 0 h 1933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68423" h="1933574">
                  <a:moveTo>
                    <a:pt x="3968423" y="0"/>
                  </a:moveTo>
                  <a:lnTo>
                    <a:pt x="3946431" y="161996"/>
                  </a:lnTo>
                  <a:cubicBezTo>
                    <a:pt x="3764638" y="1172055"/>
                    <a:pt x="2955217" y="1933574"/>
                    <a:pt x="1984212" y="1933574"/>
                  </a:cubicBezTo>
                  <a:cubicBezTo>
                    <a:pt x="1013203" y="1933574"/>
                    <a:pt x="203783" y="1172055"/>
                    <a:pt x="21992" y="161996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86"/>
            <p:cNvSpPr/>
            <p:nvPr/>
          </p:nvSpPr>
          <p:spPr>
            <a:xfrm rot="16200000">
              <a:off x="101594" y="2669337"/>
              <a:ext cx="3914225" cy="1837102"/>
            </a:xfrm>
            <a:custGeom>
              <a:avLst/>
              <a:gdLst>
                <a:gd name="connsiteX0" fmla="*/ 0 w 3901235"/>
                <a:gd name="connsiteY0" fmla="*/ 0 h 1719263"/>
                <a:gd name="connsiteX1" fmla="*/ 3901235 w 3901235"/>
                <a:gd name="connsiteY1" fmla="*/ 0 h 1719263"/>
                <a:gd name="connsiteX2" fmla="*/ 3871510 w 3901235"/>
                <a:gd name="connsiteY2" fmla="*/ 134033 h 1719263"/>
                <a:gd name="connsiteX3" fmla="*/ 1950618 w 3901235"/>
                <a:gd name="connsiteY3" fmla="*/ 1719263 h 1719263"/>
                <a:gd name="connsiteX4" fmla="*/ 29725 w 3901235"/>
                <a:gd name="connsiteY4" fmla="*/ 134033 h 1719263"/>
                <a:gd name="connsiteX0-1" fmla="*/ 0 w 3901235"/>
                <a:gd name="connsiteY0-2" fmla="*/ 4764 h 1724027"/>
                <a:gd name="connsiteX1-3" fmla="*/ 971439 w 3901235"/>
                <a:gd name="connsiteY1-4" fmla="*/ 0 h 1724027"/>
                <a:gd name="connsiteX2-5" fmla="*/ 3901235 w 3901235"/>
                <a:gd name="connsiteY2-6" fmla="*/ 4764 h 1724027"/>
                <a:gd name="connsiteX3-7" fmla="*/ 3871510 w 3901235"/>
                <a:gd name="connsiteY3-8" fmla="*/ 138797 h 1724027"/>
                <a:gd name="connsiteX4-9" fmla="*/ 1950618 w 3901235"/>
                <a:gd name="connsiteY4-10" fmla="*/ 1724027 h 1724027"/>
                <a:gd name="connsiteX5" fmla="*/ 29725 w 3901235"/>
                <a:gd name="connsiteY5" fmla="*/ 138797 h 1724027"/>
                <a:gd name="connsiteX6" fmla="*/ 0 w 3901235"/>
                <a:gd name="connsiteY6" fmla="*/ 4764 h 1724027"/>
                <a:gd name="connsiteX0-11" fmla="*/ 971439 w 3901235"/>
                <a:gd name="connsiteY0-12" fmla="*/ 0 h 1724027"/>
                <a:gd name="connsiteX1-13" fmla="*/ 3901235 w 3901235"/>
                <a:gd name="connsiteY1-14" fmla="*/ 4764 h 1724027"/>
                <a:gd name="connsiteX2-15" fmla="*/ 3871510 w 3901235"/>
                <a:gd name="connsiteY2-16" fmla="*/ 138797 h 1724027"/>
                <a:gd name="connsiteX3-17" fmla="*/ 1950618 w 3901235"/>
                <a:gd name="connsiteY3-18" fmla="*/ 1724027 h 1724027"/>
                <a:gd name="connsiteX4-19" fmla="*/ 29725 w 3901235"/>
                <a:gd name="connsiteY4-20" fmla="*/ 138797 h 1724027"/>
                <a:gd name="connsiteX5-21" fmla="*/ 0 w 3901235"/>
                <a:gd name="connsiteY5-22" fmla="*/ 4764 h 1724027"/>
                <a:gd name="connsiteX6-23" fmla="*/ 1062879 w 3901235"/>
                <a:gd name="connsiteY6-24" fmla="*/ 91440 h 1724027"/>
                <a:gd name="connsiteX0-25" fmla="*/ 971439 w 3901235"/>
                <a:gd name="connsiteY0-26" fmla="*/ 0 h 1724027"/>
                <a:gd name="connsiteX1-27" fmla="*/ 3901235 w 3901235"/>
                <a:gd name="connsiteY1-28" fmla="*/ 4764 h 1724027"/>
                <a:gd name="connsiteX2-29" fmla="*/ 3871510 w 3901235"/>
                <a:gd name="connsiteY2-30" fmla="*/ 138797 h 1724027"/>
                <a:gd name="connsiteX3-31" fmla="*/ 1950618 w 3901235"/>
                <a:gd name="connsiteY3-32" fmla="*/ 1724027 h 1724027"/>
                <a:gd name="connsiteX4-33" fmla="*/ 29725 w 3901235"/>
                <a:gd name="connsiteY4-34" fmla="*/ 138797 h 1724027"/>
                <a:gd name="connsiteX5-35" fmla="*/ 0 w 3901235"/>
                <a:gd name="connsiteY5-36" fmla="*/ 4764 h 1724027"/>
                <a:gd name="connsiteX0-37" fmla="*/ 3901235 w 3901235"/>
                <a:gd name="connsiteY0-38" fmla="*/ 0 h 1719263"/>
                <a:gd name="connsiteX1-39" fmla="*/ 3871510 w 3901235"/>
                <a:gd name="connsiteY1-40" fmla="*/ 134033 h 1719263"/>
                <a:gd name="connsiteX2-41" fmla="*/ 1950618 w 3901235"/>
                <a:gd name="connsiteY2-42" fmla="*/ 1719263 h 1719263"/>
                <a:gd name="connsiteX3-43" fmla="*/ 29725 w 3901235"/>
                <a:gd name="connsiteY3-44" fmla="*/ 134033 h 1719263"/>
                <a:gd name="connsiteX4-45" fmla="*/ 0 w 3901235"/>
                <a:gd name="connsiteY4-46" fmla="*/ 0 h 17192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901235" h="1719263">
                  <a:moveTo>
                    <a:pt x="3901235" y="0"/>
                  </a:moveTo>
                  <a:lnTo>
                    <a:pt x="3871510" y="134033"/>
                  </a:lnTo>
                  <a:cubicBezTo>
                    <a:pt x="3629235" y="1049959"/>
                    <a:pt x="2860935" y="1719263"/>
                    <a:pt x="1950618" y="1719263"/>
                  </a:cubicBezTo>
                  <a:cubicBezTo>
                    <a:pt x="1040298" y="1719263"/>
                    <a:pt x="271998" y="1049959"/>
                    <a:pt x="29725" y="134033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AC4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1" name="椭圆 20"/>
          <p:cNvSpPr/>
          <p:nvPr/>
        </p:nvSpPr>
        <p:spPr>
          <a:xfrm>
            <a:off x="-759511" y="1885309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4007576" y="1481250"/>
            <a:ext cx="0" cy="3737552"/>
          </a:xfrm>
          <a:prstGeom prst="line">
            <a:avLst/>
          </a:prstGeom>
          <a:ln w="19050">
            <a:solidFill>
              <a:srgbClr val="AC42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045422" y="2274461"/>
            <a:ext cx="3992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6000" kern="1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6000" kern="1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839671" y="4104963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小组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成员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422577" y="410031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90006" y="4104963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</a:t>
            </a:r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地址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272912" y="410031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69838" y="4104963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AB1E2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任务分工</a:t>
            </a:r>
            <a:endParaRPr lang="zh-CN" altLang="en-US" sz="2000" dirty="0">
              <a:solidFill>
                <a:srgbClr val="AB1E2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152744" y="4100312"/>
            <a:ext cx="417094" cy="417094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0" name="任意多边形: 形状 120"/>
          <p:cNvSpPr/>
          <p:nvPr/>
        </p:nvSpPr>
        <p:spPr>
          <a:xfrm rot="18201767">
            <a:off x="2498891" y="1017834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 rot="16200000">
            <a:off x="6536383" y="1404540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 rot="16200000">
            <a:off x="1566654" y="4983591"/>
            <a:ext cx="140946" cy="140946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-44213" y="2934527"/>
            <a:ext cx="237253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PART 4</a:t>
            </a:r>
            <a:endParaRPr lang="zh-CN" altLang="en-US" sz="4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85210" y="5481711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ldLvl="0" animBg="1"/>
      <p:bldP spid="26" grpId="0"/>
      <p:bldP spid="27" grpId="0" bldLvl="0" animBg="1"/>
      <p:bldP spid="28" grpId="0"/>
      <p:bldP spid="2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6262928" y="266844"/>
            <a:ext cx="4511752" cy="330008"/>
            <a:chOff x="5025390" y="266844"/>
            <a:chExt cx="6259830" cy="330008"/>
          </a:xfrm>
        </p:grpSpPr>
        <p:cxnSp>
          <p:nvCxnSpPr>
            <p:cNvPr id="73" name="直接连接符 72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0" y="266844"/>
            <a:ext cx="487680" cy="330008"/>
            <a:chOff x="5025390" y="266844"/>
            <a:chExt cx="6259830" cy="330008"/>
          </a:xfrm>
        </p:grpSpPr>
        <p:cxnSp>
          <p:nvCxnSpPr>
            <p:cNvPr id="79" name="直接连接符 78"/>
            <p:cNvCxnSpPr/>
            <p:nvPr/>
          </p:nvCxnSpPr>
          <p:spPr>
            <a:xfrm flipH="1">
              <a:off x="5025390" y="596852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5025390" y="514350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5025390" y="431848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5025390" y="349346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5025390" y="266844"/>
              <a:ext cx="62598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>
          <a:xfrm>
            <a:off x="618998" y="290055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项目基本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概述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243695" y="288150"/>
            <a:ext cx="10337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Demo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演示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33409" y="288150"/>
            <a:ext cx="12496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开源项目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介绍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192035" y="288150"/>
            <a:ext cx="1071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成员与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字魂59号-创粗黑" panose="00000500000000000000" charset="-122"/>
              </a:rPr>
              <a:t>分工</a:t>
            </a:r>
            <a:endParaRPr lang="zh-CN" altLang="en-US" sz="1400" kern="1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字魂59号-创粗黑" panose="00000500000000000000" charset="-122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5171263" y="616784"/>
            <a:ext cx="1092200" cy="0"/>
          </a:xfrm>
          <a:prstGeom prst="line">
            <a:avLst/>
          </a:prstGeom>
          <a:ln w="6350">
            <a:solidFill>
              <a:srgbClr val="AC42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61" y="254467"/>
            <a:ext cx="1156842" cy="34146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2584133" y="1757045"/>
          <a:ext cx="7023735" cy="3677920"/>
        </p:xfrm>
        <a:graphic>
          <a:graphicData uri="http://schemas.openxmlformats.org/drawingml/2006/table">
            <a:tbl>
              <a:tblPr/>
              <a:tblGrid>
                <a:gridCol w="1076325"/>
                <a:gridCol w="1920240"/>
                <a:gridCol w="2520315"/>
                <a:gridCol w="1506855"/>
              </a:tblGrid>
              <a:tr h="401320"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姓名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项目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中角色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职责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工作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内容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indent="0"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工作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时间</a:t>
                      </a:r>
                      <a:endParaRPr lang="en-US" sz="12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ctr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冯烁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组长、前端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项目管理、前端开发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郭若冰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张彦钦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后端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后端开发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艾颖辰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蒋穆清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施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贝明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前端开发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程逸洲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后端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后端开发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江惠珍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助教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协助指导项目开发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2025/9/21-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2025/12/28</a:t>
                      </a:r>
                      <a:endParaRPr lang="en-US" sz="1200" b="0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91757" marR="91757" marT="0" marB="0" anchor="t" anchorCtr="0">
                    <a:lnL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825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Box 18"/>
          <p:cNvSpPr txBox="1"/>
          <p:nvPr/>
        </p:nvSpPr>
        <p:spPr>
          <a:xfrm>
            <a:off x="875665" y="1202055"/>
            <a:ext cx="3373086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主要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参与人员：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" name="TextBox 18"/>
          <p:cNvSpPr txBox="1"/>
          <p:nvPr/>
        </p:nvSpPr>
        <p:spPr>
          <a:xfrm>
            <a:off x="1727835" y="5675630"/>
            <a:ext cx="5589905" cy="3879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项目地址：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https://github.com/JiqiShen/BoWanYaQu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90" grpId="0"/>
      <p:bldP spid="91" grpId="0"/>
      <p:bldP spid="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"/>
          <p:cNvSpPr/>
          <p:nvPr/>
        </p:nvSpPr>
        <p:spPr>
          <a:xfrm>
            <a:off x="-1422399" y="3780766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3"/>
          <p:cNvSpPr/>
          <p:nvPr/>
        </p:nvSpPr>
        <p:spPr>
          <a:xfrm>
            <a:off x="-3047999" y="3809795"/>
            <a:ext cx="17613085" cy="1444704"/>
          </a:xfrm>
          <a:custGeom>
            <a:avLst/>
            <a:gdLst>
              <a:gd name="connsiteX0" fmla="*/ 0 w 15210971"/>
              <a:gd name="connsiteY0" fmla="*/ 72097 h 1444704"/>
              <a:gd name="connsiteX1" fmla="*/ 1748971 w 15210971"/>
              <a:gd name="connsiteY1" fmla="*/ 761526 h 1444704"/>
              <a:gd name="connsiteX2" fmla="*/ 3969657 w 15210971"/>
              <a:gd name="connsiteY2" fmla="*/ 188211 h 1444704"/>
              <a:gd name="connsiteX3" fmla="*/ 6328228 w 15210971"/>
              <a:gd name="connsiteY3" fmla="*/ 863126 h 1444704"/>
              <a:gd name="connsiteX4" fmla="*/ 9296400 w 15210971"/>
              <a:gd name="connsiteY4" fmla="*/ 6783 h 1444704"/>
              <a:gd name="connsiteX5" fmla="*/ 11560628 w 15210971"/>
              <a:gd name="connsiteY5" fmla="*/ 1429183 h 1444704"/>
              <a:gd name="connsiteX6" fmla="*/ 15210971 w 15210971"/>
              <a:gd name="connsiteY6" fmla="*/ 638154 h 14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0971" h="1444704">
                <a:moveTo>
                  <a:pt x="0" y="72097"/>
                </a:moveTo>
                <a:cubicBezTo>
                  <a:pt x="543681" y="407135"/>
                  <a:pt x="1087362" y="742174"/>
                  <a:pt x="1748971" y="761526"/>
                </a:cubicBezTo>
                <a:cubicBezTo>
                  <a:pt x="2410580" y="780878"/>
                  <a:pt x="3206448" y="171278"/>
                  <a:pt x="3969657" y="188211"/>
                </a:cubicBezTo>
                <a:cubicBezTo>
                  <a:pt x="4732866" y="205144"/>
                  <a:pt x="5440438" y="893364"/>
                  <a:pt x="6328228" y="863126"/>
                </a:cubicBezTo>
                <a:cubicBezTo>
                  <a:pt x="7216018" y="832888"/>
                  <a:pt x="8424333" y="-87560"/>
                  <a:pt x="9296400" y="6783"/>
                </a:cubicBezTo>
                <a:cubicBezTo>
                  <a:pt x="10168467" y="101126"/>
                  <a:pt x="10574866" y="1323955"/>
                  <a:pt x="11560628" y="1429183"/>
                </a:cubicBezTo>
                <a:cubicBezTo>
                  <a:pt x="12546390" y="1534411"/>
                  <a:pt x="13878680" y="1086282"/>
                  <a:pt x="15210971" y="638154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0761323" y="1202532"/>
            <a:ext cx="389278" cy="38927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826799" y="2753052"/>
            <a:ext cx="65384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谢谢您的聆听</a:t>
            </a:r>
            <a:endParaRPr lang="zh-CN" altLang="en-US" sz="60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694741" y="3233939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2501709" y="3286582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311862" y="3222590"/>
            <a:ext cx="194120" cy="1941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595972" y="3275233"/>
            <a:ext cx="94318" cy="9431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-871877" y="2044360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344523" y="817902"/>
            <a:ext cx="356620" cy="3566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646350" y="5476986"/>
            <a:ext cx="603363" cy="603363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333151" y="3059454"/>
            <a:ext cx="452100" cy="452100"/>
          </a:xfrm>
          <a:prstGeom prst="ellipse">
            <a:avLst/>
          </a:prstGeom>
          <a:solidFill>
            <a:schemeClr val="bg1"/>
          </a:solidFill>
          <a:ln>
            <a:solidFill>
              <a:srgbClr val="AC4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2190637" y="1558131"/>
            <a:ext cx="153420" cy="153420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787379" y="1478302"/>
            <a:ext cx="153420" cy="1534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7"/>
          <p:cNvSpPr/>
          <p:nvPr/>
        </p:nvSpPr>
        <p:spPr>
          <a:xfrm rot="2001767">
            <a:off x="10705817" y="1962311"/>
            <a:ext cx="979224" cy="985205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任意多边形: 形状 49"/>
          <p:cNvSpPr/>
          <p:nvPr/>
        </p:nvSpPr>
        <p:spPr>
          <a:xfrm rot="2001767">
            <a:off x="8342563" y="399356"/>
            <a:ext cx="471236" cy="474114"/>
          </a:xfrm>
          <a:custGeom>
            <a:avLst/>
            <a:gdLst>
              <a:gd name="connsiteX0" fmla="*/ 447971 w 1442460"/>
              <a:gd name="connsiteY0" fmla="*/ 1397101 h 1451272"/>
              <a:gd name="connsiteX1" fmla="*/ 994490 w 1442460"/>
              <a:gd name="connsiteY1" fmla="*/ 1397101 h 1451272"/>
              <a:gd name="connsiteX2" fmla="*/ 867471 w 1442460"/>
              <a:gd name="connsiteY2" fmla="*/ 1436530 h 1451272"/>
              <a:gd name="connsiteX3" fmla="*/ 721230 w 1442460"/>
              <a:gd name="connsiteY3" fmla="*/ 1451272 h 1451272"/>
              <a:gd name="connsiteX4" fmla="*/ 574989 w 1442460"/>
              <a:gd name="connsiteY4" fmla="*/ 1436530 h 1451272"/>
              <a:gd name="connsiteX5" fmla="*/ 209854 w 1442460"/>
              <a:gd name="connsiteY5" fmla="*/ 1240162 h 1451272"/>
              <a:gd name="connsiteX6" fmla="*/ 1232607 w 1442460"/>
              <a:gd name="connsiteY6" fmla="*/ 1240162 h 1451272"/>
              <a:gd name="connsiteX7" fmla="*/ 1166640 w 1442460"/>
              <a:gd name="connsiteY7" fmla="*/ 1294590 h 1451272"/>
              <a:gd name="connsiteX8" fmla="*/ 275821 w 1442460"/>
              <a:gd name="connsiteY8" fmla="*/ 1294590 h 1451272"/>
              <a:gd name="connsiteX9" fmla="*/ 93401 w 1442460"/>
              <a:gd name="connsiteY9" fmla="*/ 1083223 h 1451272"/>
              <a:gd name="connsiteX10" fmla="*/ 1349059 w 1442460"/>
              <a:gd name="connsiteY10" fmla="*/ 1083223 h 1451272"/>
              <a:gd name="connsiteX11" fmla="*/ 1322939 w 1442460"/>
              <a:gd name="connsiteY11" fmla="*/ 1131346 h 1451272"/>
              <a:gd name="connsiteX12" fmla="*/ 1317737 w 1442460"/>
              <a:gd name="connsiteY12" fmla="*/ 1137651 h 1451272"/>
              <a:gd name="connsiteX13" fmla="*/ 124723 w 1442460"/>
              <a:gd name="connsiteY13" fmla="*/ 1137651 h 1451272"/>
              <a:gd name="connsiteX14" fmla="*/ 119521 w 1442460"/>
              <a:gd name="connsiteY14" fmla="*/ 1131346 h 1451272"/>
              <a:gd name="connsiteX15" fmla="*/ 27225 w 1442460"/>
              <a:gd name="connsiteY15" fmla="*/ 926284 h 1451272"/>
              <a:gd name="connsiteX16" fmla="*/ 1415235 w 1442460"/>
              <a:gd name="connsiteY16" fmla="*/ 926284 h 1451272"/>
              <a:gd name="connsiteX17" fmla="*/ 1398340 w 1442460"/>
              <a:gd name="connsiteY17" fmla="*/ 980712 h 1451272"/>
              <a:gd name="connsiteX18" fmla="*/ 44121 w 1442460"/>
              <a:gd name="connsiteY18" fmla="*/ 980712 h 1451272"/>
              <a:gd name="connsiteX19" fmla="*/ 0 w 1442460"/>
              <a:gd name="connsiteY19" fmla="*/ 769345 h 1451272"/>
              <a:gd name="connsiteX20" fmla="*/ 1442460 w 1442460"/>
              <a:gd name="connsiteY20" fmla="*/ 769345 h 1451272"/>
              <a:gd name="connsiteX21" fmla="*/ 1436973 w 1442460"/>
              <a:gd name="connsiteY21" fmla="*/ 823773 h 1451272"/>
              <a:gd name="connsiteX22" fmla="*/ 5487 w 1442460"/>
              <a:gd name="connsiteY22" fmla="*/ 823773 h 1451272"/>
              <a:gd name="connsiteX23" fmla="*/ 7009 w 1442460"/>
              <a:gd name="connsiteY23" fmla="*/ 612406 h 1451272"/>
              <a:gd name="connsiteX24" fmla="*/ 1435452 w 1442460"/>
              <a:gd name="connsiteY24" fmla="*/ 612406 h 1451272"/>
              <a:gd name="connsiteX25" fmla="*/ 1440939 w 1442460"/>
              <a:gd name="connsiteY25" fmla="*/ 666834 h 1451272"/>
              <a:gd name="connsiteX26" fmla="*/ 1522 w 1442460"/>
              <a:gd name="connsiteY26" fmla="*/ 666834 h 1451272"/>
              <a:gd name="connsiteX27" fmla="*/ 48806 w 1442460"/>
              <a:gd name="connsiteY27" fmla="*/ 455467 h 1451272"/>
              <a:gd name="connsiteX28" fmla="*/ 1393655 w 1442460"/>
              <a:gd name="connsiteY28" fmla="*/ 455467 h 1451272"/>
              <a:gd name="connsiteX29" fmla="*/ 1410550 w 1442460"/>
              <a:gd name="connsiteY29" fmla="*/ 509895 h 1451272"/>
              <a:gd name="connsiteX30" fmla="*/ 31911 w 1442460"/>
              <a:gd name="connsiteY30" fmla="*/ 509895 h 1451272"/>
              <a:gd name="connsiteX31" fmla="*/ 137176 w 1442460"/>
              <a:gd name="connsiteY31" fmla="*/ 298528 h 1451272"/>
              <a:gd name="connsiteX32" fmla="*/ 1305284 w 1442460"/>
              <a:gd name="connsiteY32" fmla="*/ 298528 h 1451272"/>
              <a:gd name="connsiteX33" fmla="*/ 1322939 w 1442460"/>
              <a:gd name="connsiteY33" fmla="*/ 319926 h 1451272"/>
              <a:gd name="connsiteX34" fmla="*/ 1340867 w 1442460"/>
              <a:gd name="connsiteY34" fmla="*/ 352956 h 1451272"/>
              <a:gd name="connsiteX35" fmla="*/ 101593 w 1442460"/>
              <a:gd name="connsiteY35" fmla="*/ 352956 h 1451272"/>
              <a:gd name="connsiteX36" fmla="*/ 119521 w 1442460"/>
              <a:gd name="connsiteY36" fmla="*/ 319926 h 1451272"/>
              <a:gd name="connsiteX37" fmla="*/ 294114 w 1442460"/>
              <a:gd name="connsiteY37" fmla="*/ 141589 h 1451272"/>
              <a:gd name="connsiteX38" fmla="*/ 1148347 w 1442460"/>
              <a:gd name="connsiteY38" fmla="*/ 141589 h 1451272"/>
              <a:gd name="connsiteX39" fmla="*/ 1214314 w 1442460"/>
              <a:gd name="connsiteY39" fmla="*/ 196017 h 1451272"/>
              <a:gd name="connsiteX40" fmla="*/ 228147 w 1442460"/>
              <a:gd name="connsiteY40" fmla="*/ 196017 h 1451272"/>
              <a:gd name="connsiteX41" fmla="*/ 721230 w 1442460"/>
              <a:gd name="connsiteY41" fmla="*/ 0 h 1451272"/>
              <a:gd name="connsiteX42" fmla="*/ 867471 w 1442460"/>
              <a:gd name="connsiteY42" fmla="*/ 14742 h 1451272"/>
              <a:gd name="connsiteX43" fmla="*/ 945868 w 1442460"/>
              <a:gd name="connsiteY43" fmla="*/ 39078 h 1451272"/>
              <a:gd name="connsiteX44" fmla="*/ 496593 w 1442460"/>
              <a:gd name="connsiteY44" fmla="*/ 39078 h 1451272"/>
              <a:gd name="connsiteX45" fmla="*/ 574989 w 1442460"/>
              <a:gd name="connsiteY45" fmla="*/ 14742 h 1451272"/>
              <a:gd name="connsiteX46" fmla="*/ 721230 w 1442460"/>
              <a:gd name="connsiteY46" fmla="*/ 0 h 14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42460" h="1451272">
                <a:moveTo>
                  <a:pt x="447971" y="1397101"/>
                </a:moveTo>
                <a:lnTo>
                  <a:pt x="994490" y="1397101"/>
                </a:lnTo>
                <a:lnTo>
                  <a:pt x="867471" y="1436530"/>
                </a:lnTo>
                <a:cubicBezTo>
                  <a:pt x="820234" y="1446196"/>
                  <a:pt x="771325" y="1451272"/>
                  <a:pt x="721230" y="1451272"/>
                </a:cubicBezTo>
                <a:cubicBezTo>
                  <a:pt x="671136" y="1451272"/>
                  <a:pt x="622226" y="1446196"/>
                  <a:pt x="574989" y="1436530"/>
                </a:cubicBezTo>
                <a:close/>
                <a:moveTo>
                  <a:pt x="209854" y="1240162"/>
                </a:moveTo>
                <a:lnTo>
                  <a:pt x="1232607" y="1240162"/>
                </a:lnTo>
                <a:lnTo>
                  <a:pt x="1166640" y="1294590"/>
                </a:lnTo>
                <a:lnTo>
                  <a:pt x="275821" y="1294590"/>
                </a:lnTo>
                <a:close/>
                <a:moveTo>
                  <a:pt x="93401" y="1083223"/>
                </a:moveTo>
                <a:lnTo>
                  <a:pt x="1349059" y="1083223"/>
                </a:lnTo>
                <a:lnTo>
                  <a:pt x="1322939" y="1131346"/>
                </a:lnTo>
                <a:lnTo>
                  <a:pt x="1317737" y="1137651"/>
                </a:lnTo>
                <a:lnTo>
                  <a:pt x="124723" y="1137651"/>
                </a:lnTo>
                <a:lnTo>
                  <a:pt x="119521" y="1131346"/>
                </a:lnTo>
                <a:close/>
                <a:moveTo>
                  <a:pt x="27225" y="926284"/>
                </a:moveTo>
                <a:lnTo>
                  <a:pt x="1415235" y="926284"/>
                </a:lnTo>
                <a:lnTo>
                  <a:pt x="1398340" y="980712"/>
                </a:lnTo>
                <a:lnTo>
                  <a:pt x="44121" y="980712"/>
                </a:lnTo>
                <a:close/>
                <a:moveTo>
                  <a:pt x="0" y="769345"/>
                </a:moveTo>
                <a:lnTo>
                  <a:pt x="1442460" y="769345"/>
                </a:lnTo>
                <a:lnTo>
                  <a:pt x="1436973" y="823773"/>
                </a:lnTo>
                <a:lnTo>
                  <a:pt x="5487" y="823773"/>
                </a:lnTo>
                <a:close/>
                <a:moveTo>
                  <a:pt x="7009" y="612406"/>
                </a:moveTo>
                <a:lnTo>
                  <a:pt x="1435452" y="612406"/>
                </a:lnTo>
                <a:lnTo>
                  <a:pt x="1440939" y="666834"/>
                </a:lnTo>
                <a:lnTo>
                  <a:pt x="1522" y="666834"/>
                </a:lnTo>
                <a:close/>
                <a:moveTo>
                  <a:pt x="48806" y="455467"/>
                </a:moveTo>
                <a:lnTo>
                  <a:pt x="1393655" y="455467"/>
                </a:lnTo>
                <a:lnTo>
                  <a:pt x="1410550" y="509895"/>
                </a:lnTo>
                <a:lnTo>
                  <a:pt x="31911" y="509895"/>
                </a:lnTo>
                <a:close/>
                <a:moveTo>
                  <a:pt x="137176" y="298528"/>
                </a:moveTo>
                <a:lnTo>
                  <a:pt x="1305284" y="298528"/>
                </a:lnTo>
                <a:lnTo>
                  <a:pt x="1322939" y="319926"/>
                </a:lnTo>
                <a:lnTo>
                  <a:pt x="1340867" y="352956"/>
                </a:lnTo>
                <a:lnTo>
                  <a:pt x="101593" y="352956"/>
                </a:lnTo>
                <a:lnTo>
                  <a:pt x="119521" y="319926"/>
                </a:lnTo>
                <a:close/>
                <a:moveTo>
                  <a:pt x="294114" y="141589"/>
                </a:moveTo>
                <a:lnTo>
                  <a:pt x="1148347" y="141589"/>
                </a:lnTo>
                <a:lnTo>
                  <a:pt x="1214314" y="196017"/>
                </a:lnTo>
                <a:lnTo>
                  <a:pt x="228147" y="196017"/>
                </a:lnTo>
                <a:close/>
                <a:moveTo>
                  <a:pt x="721230" y="0"/>
                </a:moveTo>
                <a:cubicBezTo>
                  <a:pt x="771325" y="0"/>
                  <a:pt x="820234" y="5076"/>
                  <a:pt x="867471" y="14742"/>
                </a:cubicBezTo>
                <a:lnTo>
                  <a:pt x="945868" y="39078"/>
                </a:lnTo>
                <a:lnTo>
                  <a:pt x="496593" y="39078"/>
                </a:lnTo>
                <a:lnTo>
                  <a:pt x="574989" y="14742"/>
                </a:lnTo>
                <a:cubicBezTo>
                  <a:pt x="622226" y="5076"/>
                  <a:pt x="671136" y="0"/>
                  <a:pt x="721230" y="0"/>
                </a:cubicBezTo>
                <a:close/>
              </a:path>
            </a:pathLst>
          </a:cu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66" y="1610375"/>
            <a:ext cx="3144268" cy="928079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 flipH="1">
            <a:off x="4166760" y="5136659"/>
            <a:ext cx="5242162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汇报人：冯烁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郭若冰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蒋穆清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程逸洲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张彦钦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艾颖辰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施贝明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/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+mn-lt"/>
              </a:rPr>
              <a:t>江惠珍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785251" y="4148461"/>
            <a:ext cx="2976448" cy="2976448"/>
          </a:xfrm>
          <a:prstGeom prst="ellipse">
            <a:avLst/>
          </a:prstGeom>
          <a:solidFill>
            <a:srgbClr val="AC42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5" grpId="0"/>
    </p:bldLst>
  </p:timing>
</p:sld>
</file>

<file path=ppt/tags/tag1.xml><?xml version="1.0" encoding="utf-8"?>
<p:tagLst xmlns:p="http://schemas.openxmlformats.org/presentationml/2006/main">
  <p:tag name="KSO_WPP_MARK_KEY" val="f43188bc-cc08-436a-ab0e-ed7c9617db19"/>
  <p:tag name="COMMONDATA" val="eyJoZGlkIjoiNzM4ZTk1NmVhM2ZkYzA4ODg5NzNkYjY4YmE4MTdkN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1748</Words>
  <Application>WPS 文字</Application>
  <PresentationFormat>宽屏</PresentationFormat>
  <Paragraphs>370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Arial</vt:lpstr>
      <vt:lpstr>宋体</vt:lpstr>
      <vt:lpstr>Wingdings</vt:lpstr>
      <vt:lpstr>思源黑体 CN Medium</vt:lpstr>
      <vt:lpstr>汉仪中黑KW</vt:lpstr>
      <vt:lpstr>字魂59号-创粗黑</vt:lpstr>
      <vt:lpstr>思源黑体 CN Normal</vt:lpstr>
      <vt:lpstr>字魂105号-简雅黑</vt:lpstr>
      <vt:lpstr>Calibri</vt:lpstr>
      <vt:lpstr>宋体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Helvetica Neue</vt:lpstr>
      <vt:lpstr>汉仪书宋二KW</vt:lpstr>
      <vt:lpstr>字魂105号-简雅黑</vt:lpstr>
      <vt:lpstr>字魂59号-创粗黑</vt:lpstr>
      <vt:lpstr>思源黑体 CN Medium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WPS_1688694056</cp:lastModifiedBy>
  <cp:revision>53</cp:revision>
  <dcterms:created xsi:type="dcterms:W3CDTF">2025-10-07T01:50:14Z</dcterms:created>
  <dcterms:modified xsi:type="dcterms:W3CDTF">2025-10-07T01:50:14Z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EB06A287F5B578BCD571E4681862943E_43</vt:lpwstr>
  </property>
  <property fmtid="{D5CDD505-2E9C-101B-9397-08002B2CF9AE}" pid="3" name="KSOProductBuildVer">
    <vt:lpwstr>2052-12.1.21861.21861</vt:lpwstr>
  </property>
</Properties>
</file>